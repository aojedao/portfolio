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15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326D-44DB-B91E-431E-CCD7EF8D0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EB2F5-B1EE-348E-D224-647B23A79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41492-D730-87D4-42F0-88B3DA0E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FC06-88FC-252C-E2FE-05C8BE1B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25580-88AB-0C3D-4F0B-FE9CEB658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6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105D-485B-EB29-46FF-0D98EBCE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A0CE9-CD7F-1270-22FF-AE60AC901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66437-E3C0-B54D-7EF4-3E7E8AD4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EC441-5DA6-CFD4-22AE-5F79566B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DDE47-8869-0F9A-862F-B94CC5C1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2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E1ED-845C-6393-9813-1DDDE227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86647-5044-34B1-F6D5-B214A04DB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6431B-BFFC-6DCB-57BB-DBE9BF4AF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7D422-6BEA-D085-8DCD-7287E5EAF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201B2-7E2C-82B7-4FDF-1279BFAC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4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7F13-6941-EDCD-A561-6F638A9B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3C3D8-9874-B0A6-747A-2D7D74988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68F18-43C2-5AEE-5209-FBCAFA74E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FE32E-CC5C-821B-F8CB-D09B0B12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30A7C-6470-071C-A9C1-30C178EBA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418F6-FF4D-1911-E88B-56039779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6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84E7-F381-C051-3AAC-A6D96062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FCF89-8C77-E92B-1582-2BD40C9EF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704EB-6D12-0DE3-8350-408E23FB2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2FE99-2138-1BED-232A-FFC26D342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2BB89E-70F3-0F16-6C7C-CF578F986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1C6BD-B85A-9270-D2C8-CE25ADA2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3BDD5-E78D-21DD-823A-CA1D0FB5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D7A3F4-4A77-A15C-D029-80D57A901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63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CC74C-EFA6-6380-3AEB-6C1C77D3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539E5-9D4F-C876-D3B3-E31249FB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D9655-9F0F-1B1E-C3AC-4169269C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001DA-34A2-EAB7-20C3-71F2509E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8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5EF42-E763-DD61-ADA6-D78FE1ED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33D0D-31F9-FFA5-1034-6017F6B3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53585-7A8A-4794-96E3-C7CCC974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13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B5EF-178B-230F-4BFA-CDCE357C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9652-DCB7-9A55-F17A-80D92C297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C7072-B433-BB51-E1E3-D017443EF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17F6F-B994-EDE1-AAC9-41D49983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40725-0631-E22B-C7E7-0EDEAA53A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74973-0DF5-C4E1-A4B7-6C627AA5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22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F7E-F702-65D0-D3B0-D7DDF8186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066435-C296-D18E-2D0B-9AB31A715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679CC-727B-4BFF-27F8-F9F8AB2C0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E0F28-1963-4E3C-F589-831E05B2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2B9ED-15A5-F105-6D7E-CA559B8A6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1CC29-1957-A597-01CF-6F9D449C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7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DEAE-E002-7352-4209-A1112E66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D7335-F7EE-182E-D09C-8DEB79AD4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6FB4-48DB-382D-5E88-E2960DD4F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6029F-28C8-8CEE-B8DD-2821B5EF2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9233C-8AF0-ECDB-6470-FD5A1A8C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9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32058-4FA6-135B-0E9F-4C0EDCF5D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3BC80-264A-6E7A-2615-1836A7631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BC517-FCCA-D35D-9D84-F4F45517A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63C8C-7841-8341-FB98-58C80AEB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42DF2-EAB2-1BEC-B971-6EB54B53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36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190FDD-6C66-1289-F9C5-9DC3D819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906D7-18B7-C072-A9D2-41811C951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A2C21-869A-3018-36E5-9B9C37241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1E007-C233-44A0-BD24-950E3A3DFC8A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22BB8-B0CD-6266-F33D-9F75DC537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19B56-EFA1-85BB-6460-0B2C55B31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15191-0ACB-4642-98D9-B2D9A539A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0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E222E109-28F4-6492-A16D-4C31AACC7723}"/>
              </a:ext>
            </a:extLst>
          </p:cNvPr>
          <p:cNvSpPr/>
          <p:nvPr/>
        </p:nvSpPr>
        <p:spPr>
          <a:xfrm>
            <a:off x="10871280" y="1611294"/>
            <a:ext cx="983411" cy="9834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00F57B-0CA5-A2A0-9AB0-19C2858B7B94}"/>
              </a:ext>
            </a:extLst>
          </p:cNvPr>
          <p:cNvCxnSpPr>
            <a:cxnSpLocks/>
            <a:stCxn id="29" idx="0"/>
            <a:endCxn id="32" idx="0"/>
          </p:cNvCxnSpPr>
          <p:nvPr/>
        </p:nvCxnSpPr>
        <p:spPr>
          <a:xfrm flipH="1" flipV="1">
            <a:off x="10519913" y="1113835"/>
            <a:ext cx="843073" cy="497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8C8CF0-3839-1F4D-79B3-42A3C369C53A}"/>
              </a:ext>
            </a:extLst>
          </p:cNvPr>
          <p:cNvCxnSpPr>
            <a:cxnSpLocks/>
            <a:stCxn id="29" idx="4"/>
            <a:endCxn id="32" idx="4"/>
          </p:cNvCxnSpPr>
          <p:nvPr/>
        </p:nvCxnSpPr>
        <p:spPr>
          <a:xfrm flipH="1" flipV="1">
            <a:off x="10519913" y="2097246"/>
            <a:ext cx="843073" cy="497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9CCD3D1-6D38-E315-BE08-DA531D03A84D}"/>
              </a:ext>
            </a:extLst>
          </p:cNvPr>
          <p:cNvSpPr/>
          <p:nvPr/>
        </p:nvSpPr>
        <p:spPr>
          <a:xfrm>
            <a:off x="10028207" y="1113835"/>
            <a:ext cx="983411" cy="9834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81DFD87-05F8-D1E3-B494-E3681D8456F3}"/>
              </a:ext>
            </a:extLst>
          </p:cNvPr>
          <p:cNvGrpSpPr/>
          <p:nvPr/>
        </p:nvGrpSpPr>
        <p:grpSpPr>
          <a:xfrm>
            <a:off x="3579937" y="2562629"/>
            <a:ext cx="1757476" cy="1446366"/>
            <a:chOff x="2993362" y="2231364"/>
            <a:chExt cx="1757476" cy="14463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F8E5A34-8FED-0734-3514-E7C5278C155E}"/>
                </a:ext>
              </a:extLst>
            </p:cNvPr>
            <p:cNvCxnSpPr>
              <a:cxnSpLocks/>
              <a:stCxn id="4" idx="0"/>
              <a:endCxn id="10" idx="0"/>
            </p:cNvCxnSpPr>
            <p:nvPr/>
          </p:nvCxnSpPr>
          <p:spPr>
            <a:xfrm flipH="1" flipV="1">
              <a:off x="3485068" y="2231364"/>
              <a:ext cx="774065" cy="4629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8A29FC-AB44-0BE5-8E36-25ABD241C91F}"/>
                </a:ext>
              </a:extLst>
            </p:cNvPr>
            <p:cNvCxnSpPr>
              <a:cxnSpLocks/>
              <a:stCxn id="4" idx="4"/>
              <a:endCxn id="10" idx="4"/>
            </p:cNvCxnSpPr>
            <p:nvPr/>
          </p:nvCxnSpPr>
          <p:spPr>
            <a:xfrm flipH="1" flipV="1">
              <a:off x="3485068" y="3214775"/>
              <a:ext cx="774065" cy="4629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60DF1AE-A433-362C-A835-7A3156D7F5DC}"/>
                </a:ext>
              </a:extLst>
            </p:cNvPr>
            <p:cNvSpPr/>
            <p:nvPr/>
          </p:nvSpPr>
          <p:spPr>
            <a:xfrm>
              <a:off x="2993362" y="2231364"/>
              <a:ext cx="983411" cy="9834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AE3425-A28B-E882-173E-B90B25D33BE9}"/>
                </a:ext>
              </a:extLst>
            </p:cNvPr>
            <p:cNvSpPr/>
            <p:nvPr/>
          </p:nvSpPr>
          <p:spPr>
            <a:xfrm rot="1838449">
              <a:off x="3384103" y="2451724"/>
              <a:ext cx="943549" cy="96726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5548E84-AF2E-D8A2-ADA1-1E45ACE83DDE}"/>
                </a:ext>
              </a:extLst>
            </p:cNvPr>
            <p:cNvSpPr/>
            <p:nvPr/>
          </p:nvSpPr>
          <p:spPr>
            <a:xfrm>
              <a:off x="3767427" y="2694319"/>
              <a:ext cx="983411" cy="9834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3DBC419-C2B6-F767-006E-D38D70C2DC45}"/>
                </a:ext>
              </a:extLst>
            </p:cNvPr>
            <p:cNvCxnSpPr/>
            <p:nvPr/>
          </p:nvCxnSpPr>
          <p:spPr>
            <a:xfrm flipH="1" flipV="1">
              <a:off x="3686175" y="2278806"/>
              <a:ext cx="749300" cy="442169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838DF3B-9488-5BA8-2670-70BD5C3E7BA8}"/>
                </a:ext>
              </a:extLst>
            </p:cNvPr>
            <p:cNvCxnSpPr/>
            <p:nvPr/>
          </p:nvCxnSpPr>
          <p:spPr>
            <a:xfrm flipH="1" flipV="1">
              <a:off x="3197137" y="3119357"/>
              <a:ext cx="749300" cy="442169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FCC44E1-3DEC-7B4F-135E-9929B2311B11}"/>
                </a:ext>
              </a:extLst>
            </p:cNvPr>
            <p:cNvGrpSpPr/>
            <p:nvPr/>
          </p:nvGrpSpPr>
          <p:grpSpPr>
            <a:xfrm>
              <a:off x="4179979" y="3079733"/>
              <a:ext cx="445356" cy="366519"/>
              <a:chOff x="1535844" y="3202521"/>
              <a:chExt cx="1757476" cy="1446366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271FFD1B-DA24-27AD-068F-E8F82F95F334}"/>
                  </a:ext>
                </a:extLst>
              </p:cNvPr>
              <p:cNvCxnSpPr>
                <a:cxnSpLocks/>
                <a:stCxn id="69" idx="0"/>
                <a:endCxn id="67" idx="0"/>
              </p:cNvCxnSpPr>
              <p:nvPr/>
            </p:nvCxnSpPr>
            <p:spPr>
              <a:xfrm flipH="1" flipV="1">
                <a:off x="2027550" y="3202521"/>
                <a:ext cx="774065" cy="4629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74E3372-9C2E-248B-84EC-F03685CE21A2}"/>
                  </a:ext>
                </a:extLst>
              </p:cNvPr>
              <p:cNvCxnSpPr>
                <a:cxnSpLocks/>
                <a:stCxn id="69" idx="4"/>
                <a:endCxn id="67" idx="4"/>
              </p:cNvCxnSpPr>
              <p:nvPr/>
            </p:nvCxnSpPr>
            <p:spPr>
              <a:xfrm flipH="1" flipV="1">
                <a:off x="2027550" y="4185932"/>
                <a:ext cx="774065" cy="4629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FC1BA691-A9ED-D676-BDC6-AB5DB04E6B05}"/>
                  </a:ext>
                </a:extLst>
              </p:cNvPr>
              <p:cNvSpPr/>
              <p:nvPr/>
            </p:nvSpPr>
            <p:spPr>
              <a:xfrm>
                <a:off x="1535844" y="3202521"/>
                <a:ext cx="983411" cy="98341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18CBB9E-28B4-4308-3704-740126B65536}"/>
                  </a:ext>
                </a:extLst>
              </p:cNvPr>
              <p:cNvSpPr/>
              <p:nvPr/>
            </p:nvSpPr>
            <p:spPr>
              <a:xfrm rot="1838449">
                <a:off x="1926585" y="3422881"/>
                <a:ext cx="943549" cy="96726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07F67C3-DDEE-36EC-817C-07001E842E16}"/>
                  </a:ext>
                </a:extLst>
              </p:cNvPr>
              <p:cNvSpPr/>
              <p:nvPr/>
            </p:nvSpPr>
            <p:spPr>
              <a:xfrm>
                <a:off x="2309909" y="3665476"/>
                <a:ext cx="983411" cy="98341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21522BB-E76A-456E-BF86-F0E4E578ED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28657" y="3249963"/>
                <a:ext cx="749300" cy="44216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8C6A720-5B0E-6443-80BC-62FE7AE1F4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739619" y="4090514"/>
                <a:ext cx="749300" cy="44216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AD450C5-F237-3CF5-6572-DD44C24D61C0}"/>
              </a:ext>
            </a:extLst>
          </p:cNvPr>
          <p:cNvGrpSpPr/>
          <p:nvPr/>
        </p:nvGrpSpPr>
        <p:grpSpPr>
          <a:xfrm>
            <a:off x="2633126" y="2034440"/>
            <a:ext cx="1050549" cy="992140"/>
            <a:chOff x="1880740" y="1686679"/>
            <a:chExt cx="1050549" cy="992140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6857177-254B-F4E1-9ED7-20C2C6107639}"/>
                </a:ext>
              </a:extLst>
            </p:cNvPr>
            <p:cNvGrpSpPr/>
            <p:nvPr/>
          </p:nvGrpSpPr>
          <p:grpSpPr>
            <a:xfrm>
              <a:off x="1880740" y="1686679"/>
              <a:ext cx="1050549" cy="992140"/>
              <a:chOff x="2162665" y="3581095"/>
              <a:chExt cx="1130655" cy="1067792"/>
            </a:xfrm>
          </p:grpSpPr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A23F1EE7-0B84-65EB-A9D2-4EF88098EAA8}"/>
                  </a:ext>
                </a:extLst>
              </p:cNvPr>
              <p:cNvCxnSpPr>
                <a:cxnSpLocks/>
                <a:stCxn id="98" idx="0"/>
                <a:endCxn id="96" idx="0"/>
              </p:cNvCxnSpPr>
              <p:nvPr/>
            </p:nvCxnSpPr>
            <p:spPr>
              <a:xfrm flipH="1" flipV="1">
                <a:off x="2654371" y="3581095"/>
                <a:ext cx="147244" cy="843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6705111-F634-F990-DE4F-7FD2B552F755}"/>
                  </a:ext>
                </a:extLst>
              </p:cNvPr>
              <p:cNvCxnSpPr>
                <a:cxnSpLocks/>
                <a:stCxn id="98" idx="4"/>
                <a:endCxn id="96" idx="4"/>
              </p:cNvCxnSpPr>
              <p:nvPr/>
            </p:nvCxnSpPr>
            <p:spPr>
              <a:xfrm flipH="1" flipV="1">
                <a:off x="2654371" y="4564507"/>
                <a:ext cx="147244" cy="843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025D6A2-3E9A-8814-D44B-3C111FF84641}"/>
                  </a:ext>
                </a:extLst>
              </p:cNvPr>
              <p:cNvSpPr/>
              <p:nvPr/>
            </p:nvSpPr>
            <p:spPr>
              <a:xfrm>
                <a:off x="2162665" y="3581095"/>
                <a:ext cx="983411" cy="98341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D96D3357-2A19-1409-AB11-F8875C1E1C08}"/>
                  </a:ext>
                </a:extLst>
              </p:cNvPr>
              <p:cNvSpPr/>
              <p:nvPr/>
            </p:nvSpPr>
            <p:spPr>
              <a:xfrm rot="1838449">
                <a:off x="2654319" y="3622243"/>
                <a:ext cx="161198" cy="96726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420E764-4401-5EEB-BC8D-CE192492DF11}"/>
                  </a:ext>
                </a:extLst>
              </p:cNvPr>
              <p:cNvSpPr/>
              <p:nvPr/>
            </p:nvSpPr>
            <p:spPr>
              <a:xfrm>
                <a:off x="2309909" y="3665476"/>
                <a:ext cx="983411" cy="983411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90F0015C-E7F9-28D7-D35C-CAEAC76DD4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4055" y="3648690"/>
                <a:ext cx="93903" cy="43442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058ACD23-F593-5FED-FA29-6DDB9F3AE216}"/>
                  </a:ext>
                </a:extLst>
              </p:cNvPr>
              <p:cNvCxnSpPr>
                <a:cxnSpLocks/>
                <a:endCxn id="96" idx="3"/>
              </p:cNvCxnSpPr>
              <p:nvPr/>
            </p:nvCxnSpPr>
            <p:spPr>
              <a:xfrm flipH="1" flipV="1">
                <a:off x="2306683" y="4420488"/>
                <a:ext cx="182236" cy="112195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58469FE9-ACBD-4928-750C-CA6C892D1CAD}"/>
                </a:ext>
              </a:extLst>
            </p:cNvPr>
            <p:cNvGrpSpPr/>
            <p:nvPr/>
          </p:nvGrpSpPr>
          <p:grpSpPr>
            <a:xfrm>
              <a:off x="2166482" y="1775179"/>
              <a:ext cx="734036" cy="873466"/>
              <a:chOff x="2180694" y="3736388"/>
              <a:chExt cx="851431" cy="1013158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CDEF4504-CAA0-7F68-74B5-E8C39BC4A29B}"/>
                  </a:ext>
                </a:extLst>
              </p:cNvPr>
              <p:cNvSpPr/>
              <p:nvPr/>
            </p:nvSpPr>
            <p:spPr>
              <a:xfrm>
                <a:off x="2185206" y="3911600"/>
                <a:ext cx="837946" cy="837946"/>
              </a:xfrm>
              <a:prstGeom prst="ellipse">
                <a:avLst/>
              </a:prstGeom>
              <a:solidFill>
                <a:srgbClr val="00B050"/>
              </a:solidFill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83ADE195-D7FB-4562-A942-2A9720E3ADEB}"/>
                  </a:ext>
                </a:extLst>
              </p:cNvPr>
              <p:cNvSpPr/>
              <p:nvPr/>
            </p:nvSpPr>
            <p:spPr>
              <a:xfrm>
                <a:off x="2180694" y="3877358"/>
                <a:ext cx="851431" cy="483375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E7727505-DE02-53B8-0A26-186525BFE783}"/>
                  </a:ext>
                </a:extLst>
              </p:cNvPr>
              <p:cNvSpPr/>
              <p:nvPr/>
            </p:nvSpPr>
            <p:spPr>
              <a:xfrm>
                <a:off x="2180694" y="3736388"/>
                <a:ext cx="851431" cy="1876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Connector: Elbow 104">
                <a:extLst>
                  <a:ext uri="{FF2B5EF4-FFF2-40B4-BE49-F238E27FC236}">
                    <a16:creationId xmlns:a16="http://schemas.microsoft.com/office/drawing/2014/main" id="{76CED105-8640-156C-5DD2-534C55B5DD3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329867" y="4101466"/>
                <a:ext cx="332044" cy="216579"/>
              </a:xfrm>
              <a:prstGeom prst="bentConnector3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nector: Elbow 105">
                <a:extLst>
                  <a:ext uri="{FF2B5EF4-FFF2-40B4-BE49-F238E27FC236}">
                    <a16:creationId xmlns:a16="http://schemas.microsoft.com/office/drawing/2014/main" id="{85FF058A-094D-0672-6016-84E65C4AF6C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2374509" y="4388869"/>
                <a:ext cx="150687" cy="124502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nector: Elbow 109">
                <a:extLst>
                  <a:ext uri="{FF2B5EF4-FFF2-40B4-BE49-F238E27FC236}">
                    <a16:creationId xmlns:a16="http://schemas.microsoft.com/office/drawing/2014/main" id="{DB9B9CE2-0CB4-45DA-3F91-63AB2FB215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2595437" y="4202675"/>
                <a:ext cx="150687" cy="124502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nector: Elbow 110">
                <a:extLst>
                  <a:ext uri="{FF2B5EF4-FFF2-40B4-BE49-F238E27FC236}">
                    <a16:creationId xmlns:a16="http://schemas.microsoft.com/office/drawing/2014/main" id="{51BD10E7-DDC3-997D-7496-3DB1E027E31C}"/>
                  </a:ext>
                </a:extLst>
              </p:cNvPr>
              <p:cNvCxnSpPr>
                <a:cxnSpLocks/>
                <a:stCxn id="102" idx="2"/>
              </p:cNvCxnSpPr>
              <p:nvPr/>
            </p:nvCxnSpPr>
            <p:spPr>
              <a:xfrm rot="5400000" flipH="1" flipV="1">
                <a:off x="2587187" y="4084188"/>
                <a:ext cx="295768" cy="257322"/>
              </a:xfrm>
              <a:prstGeom prst="bentConnector3">
                <a:avLst>
                  <a:gd name="adj1" fmla="val -23616"/>
                </a:avLst>
              </a:prstGeom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1C8F4EE-3EA8-81FF-7C4C-85590796D199}"/>
              </a:ext>
            </a:extLst>
          </p:cNvPr>
          <p:cNvCxnSpPr>
            <a:cxnSpLocks/>
          </p:cNvCxnSpPr>
          <p:nvPr/>
        </p:nvCxnSpPr>
        <p:spPr>
          <a:xfrm>
            <a:off x="3275045" y="2629988"/>
            <a:ext cx="430872" cy="24781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4F91A8B-86B4-46A1-A729-E6937694581E}"/>
              </a:ext>
            </a:extLst>
          </p:cNvPr>
          <p:cNvCxnSpPr>
            <a:cxnSpLocks/>
          </p:cNvCxnSpPr>
          <p:nvPr/>
        </p:nvCxnSpPr>
        <p:spPr>
          <a:xfrm>
            <a:off x="4919912" y="3574865"/>
            <a:ext cx="540495" cy="31086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743187A-37F0-287E-51BD-46AF6F40D678}"/>
              </a:ext>
            </a:extLst>
          </p:cNvPr>
          <p:cNvGrpSpPr/>
          <p:nvPr/>
        </p:nvGrpSpPr>
        <p:grpSpPr>
          <a:xfrm>
            <a:off x="5265173" y="3589394"/>
            <a:ext cx="1528960" cy="1320700"/>
            <a:chOff x="5285333" y="3127663"/>
            <a:chExt cx="1528960" cy="132070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67F147-B6D2-18DB-8E2C-050F3ED8F4A0}"/>
                </a:ext>
              </a:extLst>
            </p:cNvPr>
            <p:cNvCxnSpPr>
              <a:cxnSpLocks/>
              <a:stCxn id="41" idx="0"/>
              <a:endCxn id="39" idx="0"/>
            </p:cNvCxnSpPr>
            <p:nvPr/>
          </p:nvCxnSpPr>
          <p:spPr>
            <a:xfrm flipH="1" flipV="1">
              <a:off x="5777039" y="3127663"/>
              <a:ext cx="545549" cy="3372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CDDA8F9-D423-184E-033A-BD23B09AFAB1}"/>
                </a:ext>
              </a:extLst>
            </p:cNvPr>
            <p:cNvCxnSpPr>
              <a:cxnSpLocks/>
              <a:stCxn id="41" idx="4"/>
              <a:endCxn id="39" idx="4"/>
            </p:cNvCxnSpPr>
            <p:nvPr/>
          </p:nvCxnSpPr>
          <p:spPr>
            <a:xfrm flipH="1" flipV="1">
              <a:off x="5777039" y="4111074"/>
              <a:ext cx="545549" cy="3372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3F5051B-F625-942E-6B67-CA80B8294C63}"/>
                </a:ext>
              </a:extLst>
            </p:cNvPr>
            <p:cNvSpPr/>
            <p:nvPr/>
          </p:nvSpPr>
          <p:spPr>
            <a:xfrm>
              <a:off x="5285333" y="3127663"/>
              <a:ext cx="983411" cy="9834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18E7083-D51D-527F-321C-2BE558A2BC00}"/>
                </a:ext>
              </a:extLst>
            </p:cNvPr>
            <p:cNvSpPr/>
            <p:nvPr/>
          </p:nvSpPr>
          <p:spPr>
            <a:xfrm rot="1838449">
              <a:off x="5718433" y="3296563"/>
              <a:ext cx="652345" cy="96726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90AC61C-2D8A-5A60-F68A-458128FA8A8F}"/>
                </a:ext>
              </a:extLst>
            </p:cNvPr>
            <p:cNvSpPr/>
            <p:nvPr/>
          </p:nvSpPr>
          <p:spPr>
            <a:xfrm>
              <a:off x="5830882" y="3464952"/>
              <a:ext cx="983411" cy="98341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2A9B45-8ABD-BBAE-5C56-1DAC9D5EA2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4088" y="3197852"/>
              <a:ext cx="464842" cy="293756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1E7E6A6-AEBE-6086-FA47-253819F22C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4469" y="4036219"/>
              <a:ext cx="475423" cy="29594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F9768043-A989-70E1-579C-DAB2E8034242}"/>
                </a:ext>
              </a:extLst>
            </p:cNvPr>
            <p:cNvSpPr/>
            <p:nvPr/>
          </p:nvSpPr>
          <p:spPr>
            <a:xfrm rot="12943251">
              <a:off x="5489519" y="3242993"/>
              <a:ext cx="947829" cy="973695"/>
            </a:xfrm>
            <a:prstGeom prst="arc">
              <a:avLst>
                <a:gd name="adj1" fmla="val 16200000"/>
                <a:gd name="adj2" fmla="val 5301798"/>
              </a:avLst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79BE763-328E-7D43-AD6D-13850CD5B24D}"/>
                </a:ext>
              </a:extLst>
            </p:cNvPr>
            <p:cNvGrpSpPr/>
            <p:nvPr/>
          </p:nvGrpSpPr>
          <p:grpSpPr>
            <a:xfrm>
              <a:off x="6266509" y="3865337"/>
              <a:ext cx="445356" cy="366519"/>
              <a:chOff x="1535844" y="3202521"/>
              <a:chExt cx="1757476" cy="1446366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0D0179B-96E8-FDFA-FA0A-9003BDC7C956}"/>
                  </a:ext>
                </a:extLst>
              </p:cNvPr>
              <p:cNvCxnSpPr>
                <a:cxnSpLocks/>
                <a:stCxn id="58" idx="0"/>
                <a:endCxn id="56" idx="0"/>
              </p:cNvCxnSpPr>
              <p:nvPr/>
            </p:nvCxnSpPr>
            <p:spPr>
              <a:xfrm flipH="1" flipV="1">
                <a:off x="2027550" y="3202521"/>
                <a:ext cx="774065" cy="4629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80BAD1-4A44-F0E4-72DB-36DCD21274E6}"/>
                  </a:ext>
                </a:extLst>
              </p:cNvPr>
              <p:cNvCxnSpPr>
                <a:cxnSpLocks/>
                <a:stCxn id="58" idx="4"/>
                <a:endCxn id="56" idx="4"/>
              </p:cNvCxnSpPr>
              <p:nvPr/>
            </p:nvCxnSpPr>
            <p:spPr>
              <a:xfrm flipH="1" flipV="1">
                <a:off x="2027550" y="4185932"/>
                <a:ext cx="774065" cy="4629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E488A1B7-464F-F7A4-4F66-438C45719FDC}"/>
                  </a:ext>
                </a:extLst>
              </p:cNvPr>
              <p:cNvSpPr/>
              <p:nvPr/>
            </p:nvSpPr>
            <p:spPr>
              <a:xfrm>
                <a:off x="1535844" y="3202521"/>
                <a:ext cx="983411" cy="98341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B2F5D6A-8960-166E-D38B-D03A5E6741C3}"/>
                  </a:ext>
                </a:extLst>
              </p:cNvPr>
              <p:cNvSpPr/>
              <p:nvPr/>
            </p:nvSpPr>
            <p:spPr>
              <a:xfrm rot="1838449">
                <a:off x="1926585" y="3422881"/>
                <a:ext cx="943549" cy="96726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DFBE157-CD37-8FBF-B492-8552350438E4}"/>
                  </a:ext>
                </a:extLst>
              </p:cNvPr>
              <p:cNvSpPr/>
              <p:nvPr/>
            </p:nvSpPr>
            <p:spPr>
              <a:xfrm>
                <a:off x="2309909" y="3665476"/>
                <a:ext cx="983411" cy="983411"/>
              </a:xfrm>
              <a:prstGeom prst="ellipse">
                <a:avLst/>
              </a:prstGeom>
              <a:solidFill>
                <a:srgbClr val="FFC000"/>
              </a:solidFill>
              <a:ln w="285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1CEB40F-B570-7460-CA4D-E2D31ABA37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28657" y="3249963"/>
                <a:ext cx="749300" cy="44216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44243268-B964-6338-DF71-EE1016AEC4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739619" y="4090514"/>
                <a:ext cx="749300" cy="44216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2D4AF02-22E7-359A-225A-74B122C38645}"/>
              </a:ext>
            </a:extLst>
          </p:cNvPr>
          <p:cNvCxnSpPr>
            <a:cxnSpLocks/>
          </p:cNvCxnSpPr>
          <p:nvPr/>
        </p:nvCxnSpPr>
        <p:spPr>
          <a:xfrm>
            <a:off x="6379813" y="4471040"/>
            <a:ext cx="540495" cy="31086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366528E-8C18-7954-E180-474433B1FDF5}"/>
              </a:ext>
            </a:extLst>
          </p:cNvPr>
          <p:cNvGrpSpPr/>
          <p:nvPr/>
        </p:nvGrpSpPr>
        <p:grpSpPr>
          <a:xfrm>
            <a:off x="6780929" y="4528430"/>
            <a:ext cx="1050549" cy="992140"/>
            <a:chOff x="6915270" y="4207546"/>
            <a:chExt cx="1050549" cy="992140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93C3484-C8B4-2A80-4E79-345A2B1771FE}"/>
                </a:ext>
              </a:extLst>
            </p:cNvPr>
            <p:cNvGrpSpPr/>
            <p:nvPr/>
          </p:nvGrpSpPr>
          <p:grpSpPr>
            <a:xfrm>
              <a:off x="6915270" y="4207546"/>
              <a:ext cx="1050549" cy="992140"/>
              <a:chOff x="2162665" y="3581095"/>
              <a:chExt cx="1130655" cy="1067792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1BF92F9-37C4-F042-22CD-FDBF85DB3EA8}"/>
                  </a:ext>
                </a:extLst>
              </p:cNvPr>
              <p:cNvCxnSpPr>
                <a:cxnSpLocks/>
                <a:stCxn id="77" idx="0"/>
                <a:endCxn id="75" idx="0"/>
              </p:cNvCxnSpPr>
              <p:nvPr/>
            </p:nvCxnSpPr>
            <p:spPr>
              <a:xfrm flipH="1" flipV="1">
                <a:off x="2654371" y="3581095"/>
                <a:ext cx="147244" cy="843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51B7EFF-11B8-C4CF-EAF2-F930A2A5230F}"/>
                  </a:ext>
                </a:extLst>
              </p:cNvPr>
              <p:cNvCxnSpPr>
                <a:cxnSpLocks/>
                <a:stCxn id="77" idx="4"/>
                <a:endCxn id="75" idx="4"/>
              </p:cNvCxnSpPr>
              <p:nvPr/>
            </p:nvCxnSpPr>
            <p:spPr>
              <a:xfrm flipH="1" flipV="1">
                <a:off x="2654371" y="4564507"/>
                <a:ext cx="147244" cy="843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770D9E9-2053-FE81-7653-95EFDC9DDF1A}"/>
                  </a:ext>
                </a:extLst>
              </p:cNvPr>
              <p:cNvSpPr/>
              <p:nvPr/>
            </p:nvSpPr>
            <p:spPr>
              <a:xfrm>
                <a:off x="2162665" y="3581095"/>
                <a:ext cx="983411" cy="98341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A15EC208-8394-AE33-8936-03F732D04F54}"/>
                  </a:ext>
                </a:extLst>
              </p:cNvPr>
              <p:cNvSpPr/>
              <p:nvPr/>
            </p:nvSpPr>
            <p:spPr>
              <a:xfrm rot="1838449">
                <a:off x="2654319" y="3622243"/>
                <a:ext cx="161198" cy="96726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0EAF0817-783E-63F6-644C-ACFA6E6F14F6}"/>
                  </a:ext>
                </a:extLst>
              </p:cNvPr>
              <p:cNvSpPr/>
              <p:nvPr/>
            </p:nvSpPr>
            <p:spPr>
              <a:xfrm>
                <a:off x="2309909" y="3665476"/>
                <a:ext cx="983411" cy="983411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E20D43C-0811-F093-EFEF-96C6AE6978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84055" y="3648690"/>
                <a:ext cx="93903" cy="43442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16809F3E-280A-91FC-138C-215D31BF4145}"/>
                  </a:ext>
                </a:extLst>
              </p:cNvPr>
              <p:cNvCxnSpPr>
                <a:cxnSpLocks/>
                <a:endCxn id="75" idx="3"/>
              </p:cNvCxnSpPr>
              <p:nvPr/>
            </p:nvCxnSpPr>
            <p:spPr>
              <a:xfrm flipH="1" flipV="1">
                <a:off x="2306683" y="4420488"/>
                <a:ext cx="182236" cy="112195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827A35C-CFE8-9DAE-CB18-8B5AF16B38A7}"/>
                </a:ext>
              </a:extLst>
            </p:cNvPr>
            <p:cNvSpPr/>
            <p:nvPr/>
          </p:nvSpPr>
          <p:spPr>
            <a:xfrm>
              <a:off x="7294246" y="4526464"/>
              <a:ext cx="438830" cy="43883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BDA498B-C1AC-11E2-2F46-EFB511482D1A}"/>
              </a:ext>
            </a:extLst>
          </p:cNvPr>
          <p:cNvCxnSpPr>
            <a:cxnSpLocks/>
          </p:cNvCxnSpPr>
          <p:nvPr/>
        </p:nvCxnSpPr>
        <p:spPr>
          <a:xfrm>
            <a:off x="7335237" y="5061485"/>
            <a:ext cx="540495" cy="31086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7EC0543-EB93-79E8-EDD1-F4A6B895E14B}"/>
              </a:ext>
            </a:extLst>
          </p:cNvPr>
          <p:cNvCxnSpPr>
            <a:cxnSpLocks/>
          </p:cNvCxnSpPr>
          <p:nvPr/>
        </p:nvCxnSpPr>
        <p:spPr>
          <a:xfrm>
            <a:off x="3546863" y="2983010"/>
            <a:ext cx="0" cy="3387310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0009A70-510F-E791-5EE7-11127344C476}"/>
              </a:ext>
            </a:extLst>
          </p:cNvPr>
          <p:cNvCxnSpPr>
            <a:cxnSpLocks/>
          </p:cNvCxnSpPr>
          <p:nvPr/>
        </p:nvCxnSpPr>
        <p:spPr>
          <a:xfrm>
            <a:off x="5198940" y="4125345"/>
            <a:ext cx="0" cy="2244975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8F13BFF-18EC-2FAF-AEF3-CE41813502C8}"/>
              </a:ext>
            </a:extLst>
          </p:cNvPr>
          <p:cNvCxnSpPr>
            <a:cxnSpLocks/>
          </p:cNvCxnSpPr>
          <p:nvPr/>
        </p:nvCxnSpPr>
        <p:spPr>
          <a:xfrm>
            <a:off x="6683976" y="4985298"/>
            <a:ext cx="0" cy="1438362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3E4CAB5-9042-662A-C47D-E3D22CF02379}"/>
              </a:ext>
            </a:extLst>
          </p:cNvPr>
          <p:cNvCxnSpPr/>
          <p:nvPr/>
        </p:nvCxnSpPr>
        <p:spPr>
          <a:xfrm flipH="1">
            <a:off x="2369820" y="6004329"/>
            <a:ext cx="55702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97B4E88-6E46-EC69-1A97-E79B739B3463}"/>
              </a:ext>
            </a:extLst>
          </p:cNvPr>
          <p:cNvSpPr txBox="1"/>
          <p:nvPr/>
        </p:nvSpPr>
        <p:spPr>
          <a:xfrm>
            <a:off x="2383505" y="5619964"/>
            <a:ext cx="113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ncizar Sans Black" panose="020B0A02040300000003" pitchFamily="34" charset="0"/>
              </a:rPr>
              <a:t>Encoder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2F13FE4-D42F-9925-5E1D-7F0F3C2B9EE6}"/>
              </a:ext>
            </a:extLst>
          </p:cNvPr>
          <p:cNvSpPr txBox="1"/>
          <p:nvPr/>
        </p:nvSpPr>
        <p:spPr>
          <a:xfrm>
            <a:off x="3832025" y="5624026"/>
            <a:ext cx="113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ncizar Sans Black" panose="020B0A02040300000003" pitchFamily="34" charset="0"/>
              </a:rPr>
              <a:t>Motor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3FD5E9C-710E-380B-AAEE-95E9257B1732}"/>
              </a:ext>
            </a:extLst>
          </p:cNvPr>
          <p:cNvSpPr txBox="1"/>
          <p:nvPr/>
        </p:nvSpPr>
        <p:spPr>
          <a:xfrm>
            <a:off x="5386661" y="5634997"/>
            <a:ext cx="113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ncizar Sans Black" panose="020B0A02040300000003" pitchFamily="34" charset="0"/>
              </a:rPr>
              <a:t>Gearbox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10AF148-2AED-DEEA-BFE1-A2EE8697A16E}"/>
              </a:ext>
            </a:extLst>
          </p:cNvPr>
          <p:cNvSpPr txBox="1"/>
          <p:nvPr/>
        </p:nvSpPr>
        <p:spPr>
          <a:xfrm>
            <a:off x="6786269" y="5651896"/>
            <a:ext cx="113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ncizar Sans Black" panose="020B0A02040300000003" pitchFamily="34" charset="0"/>
              </a:rPr>
              <a:t>Wheel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A39F924F-67ED-7D56-59DF-8EB9CE996500}"/>
                  </a:ext>
                </a:extLst>
              </p:cNvPr>
              <p:cNvSpPr txBox="1"/>
              <p:nvPr/>
            </p:nvSpPr>
            <p:spPr>
              <a:xfrm>
                <a:off x="8087773" y="6096000"/>
                <a:ext cx="610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A39F924F-67ED-7D56-59DF-8EB9CE996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773" y="6096000"/>
                <a:ext cx="610039" cy="276999"/>
              </a:xfrm>
              <a:prstGeom prst="rect">
                <a:avLst/>
              </a:prstGeom>
              <a:blipFill>
                <a:blip r:embed="rId2"/>
                <a:stretch>
                  <a:fillRect l="-9000" r="-900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D7698CD-CB35-B9E2-0321-ADCD48E6E5F6}"/>
                  </a:ext>
                </a:extLst>
              </p:cNvPr>
              <p:cNvSpPr txBox="1"/>
              <p:nvPr/>
            </p:nvSpPr>
            <p:spPr>
              <a:xfrm>
                <a:off x="6794134" y="6093321"/>
                <a:ext cx="10373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0.2638 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D7698CD-CB35-B9E2-0321-ADCD48E6E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134" y="6093321"/>
                <a:ext cx="1037344" cy="276999"/>
              </a:xfrm>
              <a:prstGeom prst="rect">
                <a:avLst/>
              </a:prstGeom>
              <a:blipFill>
                <a:blip r:embed="rId3"/>
                <a:stretch>
                  <a:fillRect l="-2941" r="-117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139AFA74-4533-9AD6-132D-B092BC7E6A4A}"/>
                  </a:ext>
                </a:extLst>
              </p:cNvPr>
              <p:cNvSpPr txBox="1"/>
              <p:nvPr/>
            </p:nvSpPr>
            <p:spPr>
              <a:xfrm>
                <a:off x="5508025" y="6093322"/>
                <a:ext cx="981672" cy="4047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78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139AFA74-4533-9AD6-132D-B092BC7E6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025" y="6093322"/>
                <a:ext cx="981672" cy="404726"/>
              </a:xfrm>
              <a:prstGeom prst="rect">
                <a:avLst/>
              </a:prstGeom>
              <a:blipFill>
                <a:blip r:embed="rId4"/>
                <a:stretch>
                  <a:fillRect t="-151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141149D4-76AD-CCD3-C520-A2054C2FCB09}"/>
                  </a:ext>
                </a:extLst>
              </p:cNvPr>
              <p:cNvSpPr txBox="1"/>
              <p:nvPr/>
            </p:nvSpPr>
            <p:spPr>
              <a:xfrm>
                <a:off x="3808363" y="6089509"/>
                <a:ext cx="10373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141149D4-76AD-CCD3-C520-A2054C2FC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363" y="6089509"/>
                <a:ext cx="1037344" cy="276999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5D8EAB-51C1-4AFD-219A-F6ADD2847EE6}"/>
                  </a:ext>
                </a:extLst>
              </p:cNvPr>
              <p:cNvSpPr txBox="1"/>
              <p:nvPr/>
            </p:nvSpPr>
            <p:spPr>
              <a:xfrm>
                <a:off x="2404086" y="6096000"/>
                <a:ext cx="1037344" cy="4047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05D8EAB-51C1-4AFD-219A-F6ADD2847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086" y="6096000"/>
                <a:ext cx="1037344" cy="404726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EEC54E35-C83C-4988-82DA-35D01AFAAA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" t="17158" r="9854" b="33842"/>
          <a:stretch/>
        </p:blipFill>
        <p:spPr bwMode="auto">
          <a:xfrm rot="16200000">
            <a:off x="755710" y="453253"/>
            <a:ext cx="3414114" cy="336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953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Ancizar Sans Black</vt:lpstr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Alejandro  Ojeda</dc:creator>
  <cp:lastModifiedBy>Alejandro  Ojeda</cp:lastModifiedBy>
  <cp:revision>1</cp:revision>
  <dcterms:created xsi:type="dcterms:W3CDTF">2022-12-05T23:55:42Z</dcterms:created>
  <dcterms:modified xsi:type="dcterms:W3CDTF">2022-12-06T05:41:39Z</dcterms:modified>
</cp:coreProperties>
</file>