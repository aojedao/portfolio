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2D4E0-9CB8-99D1-04C7-2D5DCB6A4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F2861-1ADD-D626-F041-D4334CE6A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285-8C41-B315-F809-4ED68355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C5F61-8D68-474D-433D-A4529AEB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B5F034-A198-B2B6-3A92-4F47AD130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833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8D579-94E2-CC78-4E0A-CEF2A1849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6A55ED-9F36-B870-AD53-7EAD89A43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D4CA8-66C9-D666-34BA-04FE7BB4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FDED01-AAA4-C5D5-1326-4B0168A0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B23907-B3F6-E512-2290-79566407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677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2D6A9-D54B-B302-35ED-5EFD32D2B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66CE9C-4797-92E5-E6BD-159B5E45E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58F161-F5B4-1FF9-CD85-461189AD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F701A8-CDF5-18E7-FB57-486A343F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62BADE-F80C-BD8C-3D47-269FC100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553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AE556-7E53-CCEE-8438-C2A02304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1B01BA-B237-8193-E863-C027010AA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AEABE6-BAED-58E2-568C-BFDB297F2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3D1FA9-1F56-5C7B-ACDF-DE354C71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6D5D8F-7695-AB20-9471-162CD46F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77245D-7F4D-B8E1-31A4-5BC5DA8D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575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5D3B5-5EF4-61C1-E583-3D4998D77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926E84-9FE1-0882-A795-E98F20373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B8669F-2C22-A57E-751A-077A8839E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7071367-9EC1-5A60-43E0-4E6B054BA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347F88-B6AB-6A5D-889A-73C59DF99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8A01F8F-B769-D0BF-9A91-2AB2E0F6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93FA57-6B40-5700-FB46-336980AE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ACAEDB7-A5D3-5E01-24A6-CA385FE7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544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0EDBC-6100-BB97-9903-D6C0C00D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FB3974-0765-AF27-DAE8-D2BA2552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334FC4-C760-6C37-57EC-362A532C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827B1A-5203-B524-B79F-82BF89AC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977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A2B6FB-AD78-1D10-A02D-DA96F3BA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F2576E-7CA4-4244-CC86-0DA533F8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BAEB6-7151-6636-E235-D41ACEC1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286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03F5F-5C1C-D941-DD91-E7F0D9E0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D715B8-BC64-CA4E-F92D-C82D6F13E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8E7232-11B0-E06D-3BB8-7A0F92A53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CF2252-7AA3-9140-5ED4-4F690C782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539DB6-FDE9-1706-D73D-80891091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128E77-2F7D-0C49-3D76-9C927EEE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477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CBF98-BBB8-8B1C-6708-D53AD8FE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33223F-7ED8-1BF7-5758-52B23AA58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4032F3-E3F1-7C65-9E51-BD42475FF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CE2FFC-E1DC-6B4A-CFBD-ACB77D7B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DA99F6-84CD-A5B1-120F-095CDF44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0B8A68-28A7-8837-C0CC-4436CA80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181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FDCAB-496B-141D-B446-EF7477C8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DE2A9-00EE-4181-D631-39673EF2B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A12D52-9695-C161-B952-27DA4F7F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D91A9-4CE4-8E3E-DEA5-6F8A93BE5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3B0B52-29C1-401D-208C-0281FC70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025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62841F-295F-A3E3-C0B6-C68C28594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A2FC85-A71E-0D42-E024-211243694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676999-B55C-BD46-B0E4-C00369D1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60D572-6539-FEA9-1D03-C02E5B3C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69B021-158D-598E-B9F1-617EAB77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272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850E067-F91F-01E5-8EB5-DF147A87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0484C5-D830-8C1B-198A-CDEBB18D1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930BF6-2F10-031A-CB5B-37B1B8F9A4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9E18D-1DE5-4AD2-9C05-A835B6165660}" type="datetimeFigureOut">
              <a:rPr lang="es-MX" smtClean="0"/>
              <a:t>16/05/2022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ABA004-31B7-A718-6E79-C9E39A339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5CF06B-4759-8161-00E5-770363D83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E71C8-83FF-4271-B591-2EB4C3912A5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586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4FE046B4-D55F-8C46-8ABB-BA793B2F80B1}"/>
              </a:ext>
            </a:extLst>
          </p:cNvPr>
          <p:cNvGrpSpPr/>
          <p:nvPr/>
        </p:nvGrpSpPr>
        <p:grpSpPr>
          <a:xfrm>
            <a:off x="5348053" y="1348308"/>
            <a:ext cx="1371600" cy="1494770"/>
            <a:chOff x="914400" y="647699"/>
            <a:chExt cx="1371600" cy="1494770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F9A1BD7-D1C7-DE27-1CD0-D95BAFA5800B}"/>
                </a:ext>
              </a:extLst>
            </p:cNvPr>
            <p:cNvGrpSpPr/>
            <p:nvPr/>
          </p:nvGrpSpPr>
          <p:grpSpPr>
            <a:xfrm>
              <a:off x="914400" y="647699"/>
              <a:ext cx="1371600" cy="1457326"/>
              <a:chOff x="4562475" y="1371599"/>
              <a:chExt cx="1371600" cy="1457326"/>
            </a:xfrm>
          </p:grpSpPr>
          <p:sp>
            <p:nvSpPr>
              <p:cNvPr id="7" name="Rectángulo: esquinas superiores redondeadas 6">
                <a:extLst>
                  <a:ext uri="{FF2B5EF4-FFF2-40B4-BE49-F238E27FC236}">
                    <a16:creationId xmlns:a16="http://schemas.microsoft.com/office/drawing/2014/main" id="{8282366D-C2BE-4E1F-0E0C-9458EDF8A501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  <a:endParaRPr lang="es-MX" dirty="0"/>
              </a:p>
            </p:txBody>
          </p:sp>
          <p:sp>
            <p:nvSpPr>
              <p:cNvPr id="8" name="Rectángulo: esquinas superiores redondeadas 7">
                <a:extLst>
                  <a:ext uri="{FF2B5EF4-FFF2-40B4-BE49-F238E27FC236}">
                    <a16:creationId xmlns:a16="http://schemas.microsoft.com/office/drawing/2014/main" id="{CA2A33CD-D264-52CC-BF0A-D1963A9BF3CF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63EB6F11-DEA3-5557-DA3C-E8A1372B3765}"/>
                  </a:ext>
                </a:extLst>
              </p:cNvPr>
              <p:cNvSpPr/>
              <p:nvPr/>
            </p:nvSpPr>
            <p:spPr>
              <a:xfrm>
                <a:off x="4562475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/>
                  <a:t>Cortar PCB</a:t>
                </a:r>
                <a:endParaRPr lang="es-MX" dirty="0"/>
              </a:p>
            </p:txBody>
          </p:sp>
        </p:grp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FFF050FC-A08F-0DC1-6A9E-1C7C192DBD2E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Cortadora neumática</a:t>
              </a:r>
              <a:endParaRPr lang="es-MX" dirty="0"/>
            </a:p>
          </p:txBody>
        </p:sp>
      </p:grp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16A61528-F06F-043E-C3AC-3C24F548D1B3}"/>
              </a:ext>
            </a:extLst>
          </p:cNvPr>
          <p:cNvCxnSpPr>
            <a:cxnSpLocks/>
            <a:stCxn id="18" idx="0"/>
          </p:cNvCxnSpPr>
          <p:nvPr/>
        </p:nvCxnSpPr>
        <p:spPr>
          <a:xfrm>
            <a:off x="3340791" y="1512966"/>
            <a:ext cx="2007262" cy="202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493DC142-AA98-7FB7-C314-D938C1535347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079500" y="1960642"/>
            <a:ext cx="889691" cy="12700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64DAA54-1B46-ED26-7D5F-38D4B3209136}"/>
              </a:ext>
            </a:extLst>
          </p:cNvPr>
          <p:cNvSpPr/>
          <p:nvPr/>
        </p:nvSpPr>
        <p:spPr>
          <a:xfrm>
            <a:off x="7130353" y="5315259"/>
            <a:ext cx="2147615" cy="1176339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dirty="0"/>
              <a:t>Cortadora cerrada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F36B786-F7DC-1C96-3213-AAC22B7E853A}"/>
              </a:ext>
            </a:extLst>
          </p:cNvPr>
          <p:cNvSpPr/>
          <p:nvPr/>
        </p:nvSpPr>
        <p:spPr>
          <a:xfrm>
            <a:off x="4767004" y="3566170"/>
            <a:ext cx="2147615" cy="1176339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dirty="0"/>
              <a:t>Cortadora abierta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9B20C98-CA0F-A867-4157-6FDF6D94F8C3}"/>
              </a:ext>
            </a:extLst>
          </p:cNvPr>
          <p:cNvSpPr/>
          <p:nvPr/>
        </p:nvSpPr>
        <p:spPr>
          <a:xfrm>
            <a:off x="2275500" y="3570023"/>
            <a:ext cx="2147615" cy="1176339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dirty="0"/>
              <a:t>Botón de apertura</a:t>
            </a:r>
            <a:endParaRPr lang="es-MX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4F5ECD6-223B-66E1-78B2-20C21CEBF0F0}"/>
              </a:ext>
            </a:extLst>
          </p:cNvPr>
          <p:cNvGrpSpPr/>
          <p:nvPr/>
        </p:nvGrpSpPr>
        <p:grpSpPr>
          <a:xfrm>
            <a:off x="1969191" y="1346278"/>
            <a:ext cx="1371600" cy="1494770"/>
            <a:chOff x="914400" y="647699"/>
            <a:chExt cx="1371600" cy="1494770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5B419E0C-A522-5876-9B15-70C4CAA86E6F}"/>
                </a:ext>
              </a:extLst>
            </p:cNvPr>
            <p:cNvGrpSpPr/>
            <p:nvPr/>
          </p:nvGrpSpPr>
          <p:grpSpPr>
            <a:xfrm>
              <a:off x="914400" y="647699"/>
              <a:ext cx="1371600" cy="1457326"/>
              <a:chOff x="4562475" y="1371599"/>
              <a:chExt cx="1371600" cy="1457326"/>
            </a:xfrm>
          </p:grpSpPr>
          <p:sp>
            <p:nvSpPr>
              <p:cNvPr id="18" name="Rectángulo: esquinas superiores redondeadas 17">
                <a:extLst>
                  <a:ext uri="{FF2B5EF4-FFF2-40B4-BE49-F238E27FC236}">
                    <a16:creationId xmlns:a16="http://schemas.microsoft.com/office/drawing/2014/main" id="{41C91BC1-8662-8F21-8CA4-5C6D0243FDB0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1</a:t>
                </a:r>
                <a:endParaRPr lang="es-MX" dirty="0"/>
              </a:p>
            </p:txBody>
          </p:sp>
          <p:sp>
            <p:nvSpPr>
              <p:cNvPr id="19" name="Rectángulo: esquinas superiores redondeadas 18">
                <a:extLst>
                  <a:ext uri="{FF2B5EF4-FFF2-40B4-BE49-F238E27FC236}">
                    <a16:creationId xmlns:a16="http://schemas.microsoft.com/office/drawing/2014/main" id="{09A97DD3-4F76-BECF-2E5F-D377F61F57E2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id="{30C1ACFF-72C3-A852-9EB8-6594D82C19B0}"/>
                  </a:ext>
                </a:extLst>
              </p:cNvPr>
              <p:cNvSpPr/>
              <p:nvPr/>
            </p:nvSpPr>
            <p:spPr>
              <a:xfrm>
                <a:off x="4562475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/>
                  <a:t>Colocar PCB</a:t>
                </a:r>
                <a:endParaRPr lang="es-MX" dirty="0"/>
              </a:p>
            </p:txBody>
          </p:sp>
        </p:grp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5DDD590-34E9-A778-0219-35FAF952881C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Guía de la cortadora</a:t>
              </a:r>
              <a:endParaRPr lang="es-MX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85FEB4C-9506-0579-1C01-680AF176A690}"/>
              </a:ext>
            </a:extLst>
          </p:cNvPr>
          <p:cNvGrpSpPr/>
          <p:nvPr/>
        </p:nvGrpSpPr>
        <p:grpSpPr>
          <a:xfrm>
            <a:off x="8614267" y="1348308"/>
            <a:ext cx="1371600" cy="1494770"/>
            <a:chOff x="914400" y="647699"/>
            <a:chExt cx="1371600" cy="1494770"/>
          </a:xfrm>
        </p:grpSpPr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3F3834CE-0324-2C0C-4BFA-5304084A97D1}"/>
                </a:ext>
              </a:extLst>
            </p:cNvPr>
            <p:cNvGrpSpPr/>
            <p:nvPr/>
          </p:nvGrpSpPr>
          <p:grpSpPr>
            <a:xfrm>
              <a:off x="914400" y="647699"/>
              <a:ext cx="1371600" cy="1457326"/>
              <a:chOff x="4562475" y="1371599"/>
              <a:chExt cx="1371600" cy="1457326"/>
            </a:xfrm>
          </p:grpSpPr>
          <p:sp>
            <p:nvSpPr>
              <p:cNvPr id="24" name="Rectángulo: esquinas superiores redondeadas 23">
                <a:extLst>
                  <a:ext uri="{FF2B5EF4-FFF2-40B4-BE49-F238E27FC236}">
                    <a16:creationId xmlns:a16="http://schemas.microsoft.com/office/drawing/2014/main" id="{40D59DCD-E937-26C6-37A1-5E1046EBA28D}"/>
                  </a:ext>
                </a:extLst>
              </p:cNvPr>
              <p:cNvSpPr/>
              <p:nvPr/>
            </p:nvSpPr>
            <p:spPr>
              <a:xfrm>
                <a:off x="4562475" y="1371599"/>
                <a:ext cx="1371600" cy="333375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/>
                  <a:t>2</a:t>
                </a:r>
                <a:endParaRPr lang="es-MX" dirty="0"/>
              </a:p>
            </p:txBody>
          </p:sp>
          <p:sp>
            <p:nvSpPr>
              <p:cNvPr id="25" name="Rectángulo: esquinas superiores redondeadas 24">
                <a:extLst>
                  <a:ext uri="{FF2B5EF4-FFF2-40B4-BE49-F238E27FC236}">
                    <a16:creationId xmlns:a16="http://schemas.microsoft.com/office/drawing/2014/main" id="{094BE034-5B87-3C1A-6B01-9778B25E8E02}"/>
                  </a:ext>
                </a:extLst>
              </p:cNvPr>
              <p:cNvSpPr/>
              <p:nvPr/>
            </p:nvSpPr>
            <p:spPr>
              <a:xfrm rot="10800000">
                <a:off x="4562475" y="2266950"/>
                <a:ext cx="1371600" cy="561975"/>
              </a:xfrm>
              <a:prstGeom prst="round2SameRect">
                <a:avLst>
                  <a:gd name="adj1" fmla="val 36134"/>
                  <a:gd name="adj2" fmla="val 0"/>
                </a:avLst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E54CBC3D-B6AC-16C1-FBEF-810EFDB97B8B}"/>
                  </a:ext>
                </a:extLst>
              </p:cNvPr>
              <p:cNvSpPr/>
              <p:nvPr/>
            </p:nvSpPr>
            <p:spPr>
              <a:xfrm>
                <a:off x="4562475" y="1704975"/>
                <a:ext cx="1371600" cy="561975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CO" sz="1600" dirty="0"/>
                  <a:t>Retirar PCB</a:t>
                </a:r>
                <a:endParaRPr lang="es-MX" dirty="0"/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B066A1C-BD26-E226-DDDA-BE17280F0179}"/>
                </a:ext>
              </a:extLst>
            </p:cNvPr>
            <p:cNvSpPr txBox="1"/>
            <p:nvPr/>
          </p:nvSpPr>
          <p:spPr>
            <a:xfrm>
              <a:off x="1038225" y="1619249"/>
              <a:ext cx="11715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400" dirty="0"/>
                <a:t>Cortadora neumática</a:t>
              </a:r>
              <a:endParaRPr lang="es-MX" dirty="0"/>
            </a:p>
          </p:txBody>
        </p:sp>
      </p:grp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7AC33972-24CB-84B4-7C4C-C2A27A43C62E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1117600" y="1512965"/>
            <a:ext cx="851591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A3954C-27A5-7686-78EB-4014DE0F045D}"/>
              </a:ext>
            </a:extLst>
          </p:cNvPr>
          <p:cNvSpPr txBox="1"/>
          <p:nvPr/>
        </p:nvSpPr>
        <p:spPr>
          <a:xfrm>
            <a:off x="966779" y="1199344"/>
            <a:ext cx="1110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PCB.enPanel</a:t>
            </a:r>
            <a:endParaRPr lang="es-MX" sz="1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52EA3C8-B07B-FC41-C0B7-7395212F4EEE}"/>
              </a:ext>
            </a:extLst>
          </p:cNvPr>
          <p:cNvSpPr txBox="1"/>
          <p:nvPr/>
        </p:nvSpPr>
        <p:spPr>
          <a:xfrm>
            <a:off x="989326" y="1665744"/>
            <a:ext cx="1110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Operario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0A09B72-C9F0-25B0-7554-C5D1CF6769FB}"/>
              </a:ext>
            </a:extLst>
          </p:cNvPr>
          <p:cNvSpPr txBox="1"/>
          <p:nvPr/>
        </p:nvSpPr>
        <p:spPr>
          <a:xfrm>
            <a:off x="3416615" y="1113990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PCB.enPanelAsegurada</a:t>
            </a:r>
            <a:endParaRPr lang="es-MX" sz="14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105D927-C0A3-9F91-DC6B-41782CB1D703}"/>
              </a:ext>
            </a:extLst>
          </p:cNvPr>
          <p:cNvSpPr txBox="1"/>
          <p:nvPr/>
        </p:nvSpPr>
        <p:spPr>
          <a:xfrm>
            <a:off x="6752400" y="1192390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PCB.cortadaAsegurada</a:t>
            </a:r>
            <a:endParaRPr lang="es-MX" sz="1400" dirty="0"/>
          </a:p>
        </p:txBody>
      </p: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8B67814C-9CD1-50C9-72A9-FECD1FCB4F7E}"/>
              </a:ext>
            </a:extLst>
          </p:cNvPr>
          <p:cNvCxnSpPr>
            <a:cxnSpLocks/>
            <a:stCxn id="7" idx="0"/>
            <a:endCxn id="24" idx="2"/>
          </p:cNvCxnSpPr>
          <p:nvPr/>
        </p:nvCxnSpPr>
        <p:spPr>
          <a:xfrm>
            <a:off x="6719653" y="1514996"/>
            <a:ext cx="1894614" cy="12700"/>
          </a:xfrm>
          <a:prstGeom prst="bentConnector3">
            <a:avLst>
              <a:gd name="adj1" fmla="val -5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E5B86FC-F689-1993-442A-1B7712314211}"/>
              </a:ext>
            </a:extLst>
          </p:cNvPr>
          <p:cNvSpPr txBox="1"/>
          <p:nvPr/>
        </p:nvSpPr>
        <p:spPr>
          <a:xfrm>
            <a:off x="9985867" y="1219919"/>
            <a:ext cx="1861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err="1"/>
              <a:t>PCB.cortada</a:t>
            </a:r>
            <a:endParaRPr lang="es-MX" sz="1400" dirty="0"/>
          </a:p>
        </p:txBody>
      </p: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1C1D1B6E-E80D-0BB1-682B-601AF0867362}"/>
              </a:ext>
            </a:extLst>
          </p:cNvPr>
          <p:cNvCxnSpPr>
            <a:cxnSpLocks/>
            <a:stCxn id="24" idx="0"/>
          </p:cNvCxnSpPr>
          <p:nvPr/>
        </p:nvCxnSpPr>
        <p:spPr>
          <a:xfrm>
            <a:off x="9985867" y="1514996"/>
            <a:ext cx="1050433" cy="12700"/>
          </a:xfrm>
          <a:prstGeom prst="bentConnector3">
            <a:avLst>
              <a:gd name="adj1" fmla="val 2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514E9362-6D16-FD43-633F-A4F81A5FC50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295905" y="1962672"/>
            <a:ext cx="1052148" cy="12700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1662595-8F78-DB67-6A7B-054F31C948B6}"/>
              </a:ext>
            </a:extLst>
          </p:cNvPr>
          <p:cNvSpPr txBox="1"/>
          <p:nvPr/>
        </p:nvSpPr>
        <p:spPr>
          <a:xfrm>
            <a:off x="4295905" y="1649438"/>
            <a:ext cx="1110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Operario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9B105276-6EA6-D8DD-5726-9211B3E364CC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7312238" y="1962672"/>
            <a:ext cx="1302029" cy="12700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accent3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AC87AB7-E80A-2589-714A-9ACBC4EC2387}"/>
              </a:ext>
            </a:extLst>
          </p:cNvPr>
          <p:cNvSpPr txBox="1"/>
          <p:nvPr/>
        </p:nvSpPr>
        <p:spPr>
          <a:xfrm>
            <a:off x="7216579" y="1666855"/>
            <a:ext cx="1110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>
                    <a:lumMod val="50000"/>
                  </a:schemeClr>
                </a:solidFill>
              </a:rPr>
              <a:t>Operario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5AA037C2-392D-4390-405F-15E8281FF55C}"/>
              </a:ext>
            </a:extLst>
          </p:cNvPr>
          <p:cNvCxnSpPr>
            <a:cxnSpLocks/>
            <a:endCxn id="8" idx="0"/>
          </p:cNvCxnSpPr>
          <p:nvPr/>
        </p:nvCxnSpPr>
        <p:spPr>
          <a:xfrm flipV="1">
            <a:off x="3708400" y="2524646"/>
            <a:ext cx="1639653" cy="6924"/>
          </a:xfrm>
          <a:prstGeom prst="bentConnector3">
            <a:avLst>
              <a:gd name="adj1" fmla="val 96731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DCBB693-35C4-26B2-CD70-DB65CF2FC803}"/>
              </a:ext>
            </a:extLst>
          </p:cNvPr>
          <p:cNvSpPr txBox="1"/>
          <p:nvPr/>
        </p:nvSpPr>
        <p:spPr>
          <a:xfrm>
            <a:off x="3673659" y="2219305"/>
            <a:ext cx="1598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err="1">
                <a:solidFill>
                  <a:schemeClr val="bg1">
                    <a:lumMod val="50000"/>
                  </a:schemeClr>
                </a:solidFill>
              </a:rPr>
              <a:t>Aire.comprimido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371AFCAC-6AEF-B9CA-7348-E332F7A56543}"/>
              </a:ext>
            </a:extLst>
          </p:cNvPr>
          <p:cNvSpPr/>
          <p:nvPr/>
        </p:nvSpPr>
        <p:spPr>
          <a:xfrm>
            <a:off x="4767003" y="5315260"/>
            <a:ext cx="2147615" cy="1176339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600" dirty="0"/>
              <a:t>Botón de cerrado</a:t>
            </a:r>
            <a:endParaRPr lang="es-MX" dirty="0"/>
          </a:p>
        </p:txBody>
      </p: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91E79275-CF88-97A0-45D2-53506ABAAC0F}"/>
              </a:ext>
            </a:extLst>
          </p:cNvPr>
          <p:cNvCxnSpPr>
            <a:cxnSpLocks/>
            <a:stCxn id="53" idx="3"/>
            <a:endCxn id="12" idx="1"/>
          </p:cNvCxnSpPr>
          <p:nvPr/>
        </p:nvCxnSpPr>
        <p:spPr>
          <a:xfrm flipV="1">
            <a:off x="6914618" y="5903429"/>
            <a:ext cx="215735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7A3CC51D-742A-FF48-C321-AE1D6FF36D0B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4423115" y="4154340"/>
            <a:ext cx="343889" cy="385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DCDA61C9-CE8D-F995-18F0-E7667C143A22}"/>
              </a:ext>
            </a:extLst>
          </p:cNvPr>
          <p:cNvCxnSpPr>
            <a:cxnSpLocks/>
            <a:stCxn id="13" idx="2"/>
            <a:endCxn id="53" idx="0"/>
          </p:cNvCxnSpPr>
          <p:nvPr/>
        </p:nvCxnSpPr>
        <p:spPr>
          <a:xfrm rot="5400000">
            <a:off x="5554437" y="5028884"/>
            <a:ext cx="572751" cy="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691D5B56-06B9-308D-E7E9-A840A0C860C7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H="1" flipV="1">
            <a:off x="3349308" y="4746362"/>
            <a:ext cx="5928660" cy="1157067"/>
          </a:xfrm>
          <a:prstGeom prst="bentConnector4">
            <a:avLst>
              <a:gd name="adj1" fmla="val -3856"/>
              <a:gd name="adj2" fmla="val -7111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3971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 Ojeda</dc:creator>
  <cp:lastModifiedBy>Alejandro  Ojeda</cp:lastModifiedBy>
  <cp:revision>1</cp:revision>
  <dcterms:created xsi:type="dcterms:W3CDTF">2022-05-17T02:17:10Z</dcterms:created>
  <dcterms:modified xsi:type="dcterms:W3CDTF">2022-05-17T03:08:51Z</dcterms:modified>
</cp:coreProperties>
</file>