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96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50BC0-3800-3E5C-A515-5C7288D7D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85AAF1-00CD-0169-B916-EBBACAB44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8B6F6-EC0A-893D-1858-DD978408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FB8FFC-724F-D7DF-E0E5-765DC093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3D13F-55BA-913F-7A42-C254B029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278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5E8ED-C340-5DA0-93F5-2A990887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3DB23-F188-D018-B39E-F61B8C86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D08932-33AF-3E88-7194-76B52E3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4ED8A-C419-4396-7163-5BB66518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2B1DA5-67B3-BFD7-D5D4-59ABB4B3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179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E2D31-2F35-42F6-DDDE-CBD9DD96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57F5A1-FC39-E390-8782-B384C26D3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284D7C-2024-0BC8-84FC-9BA7B10D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CCA1BC-D2C7-709F-AB54-F94D04A9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F51E79-3EB9-58AC-5245-7A38CA70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642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E5663-C974-4B4E-48BE-4D7B3B44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AC3CFE-71DB-13F4-A2BD-95510F280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C834DF-D90C-0E8A-3E7C-43B3E116D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33FC6A-03E9-3F20-CE1C-95AB2D8BB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891CCA-8349-C216-985D-18AEA0C2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09CE03-F668-8612-577D-46706FF4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917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67021-75AD-3A37-461E-9167CABF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5952CF-F185-4904-0D6E-BB000F25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BA964-416B-1312-31A4-6BFC60310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902859-3A80-0390-1DE6-D542F6BF4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B9F8A8-2359-3E95-DCFF-E65B926E1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D7502A-3AB7-911B-09B2-E9AF9BC2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D31B9E-09C5-5586-566B-CBF16E9A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B24269-CBCB-F2D5-909C-6F472AEE6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513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39097-D05F-9E26-233E-1B81179C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5EAEDA-C5EF-45C4-E08B-DC003391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61ACA3-5D81-2ADE-09AA-8C57D627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AE8E69-C09C-7F38-476F-6E34B688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02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04BB77-15B6-1BF6-8C96-397F6EC7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A65697-ECEB-4532-862A-F5AF4DBB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E4AB5A-FFA1-F8FB-196D-5D376011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151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EC660-EEEA-C6D1-48C2-5546C2DA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2DDA0-7C3D-38AC-10D7-1B4B0BAA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17148D-FAF6-EC9C-B038-CD2CAC278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AEDD4-9203-6AA4-78C2-BAE1305C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6EE762-6386-3063-6364-1FC5BF28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12080A-BCB0-5339-70F2-C0F6CA66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216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3372B-B544-1C89-A98C-8B684011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D67FE6-83B7-A382-1B34-8ECB4ECCB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EE18C4-636B-0C8A-17E9-CC01BB437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056AD0-770C-2E3C-DE7A-74CBF189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D8BC94-3A2A-8F99-32CD-593999F2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6055E1-462F-CEB2-740A-5AD167F2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47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F68D7-ACE5-89B1-AEE0-D43A3C1E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38D6A2-F0B6-D94B-3EAB-F3CF3C6C1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93CEF-C191-F796-90AB-4C7034A3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D4E86-1DEF-4F68-83E4-C6EE0B0A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11F038-C89F-5D50-A4CE-772B6B8C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375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C7D4CC-1A79-CE9F-1249-357A21EF2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6403F0-0937-68E0-82A4-44555430F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6C21B9-B937-2197-F418-81528707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C9206-0248-97B1-8E0A-8BE1E1FD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5E0B2D-0CAB-9423-20ED-BBA7D73D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81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31D3A4-805D-5DFF-FC17-9A047E888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AC2BC5-F8C1-C48C-2AEE-ED432BE4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74C083-1B52-3FF8-079D-E2B54AB2B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5AA7A-664F-4010-9A0C-5BF917F8B4E0}" type="datetimeFigureOut">
              <a:rPr lang="es-MX" smtClean="0"/>
              <a:t>12/05/2022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4B4F82-E4B1-7A75-196D-0C6D98021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185E55-17E7-F94D-29D0-CE20FBF87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7704A-D143-4B57-B43C-448E68A214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882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ángulo 108">
            <a:extLst>
              <a:ext uri="{FF2B5EF4-FFF2-40B4-BE49-F238E27FC236}">
                <a16:creationId xmlns:a16="http://schemas.microsoft.com/office/drawing/2014/main" id="{AE8FE5BB-B81A-7DC1-9ED6-D4E6C872C3C7}"/>
              </a:ext>
            </a:extLst>
          </p:cNvPr>
          <p:cNvSpPr/>
          <p:nvPr/>
        </p:nvSpPr>
        <p:spPr>
          <a:xfrm>
            <a:off x="714375" y="1943101"/>
            <a:ext cx="7377882" cy="4181474"/>
          </a:xfrm>
          <a:prstGeom prst="rect">
            <a:avLst/>
          </a:prstGeom>
          <a:noFill/>
          <a:ln w="76200">
            <a:prstDash val="dash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C238428-5CAF-4CA8-1762-FA6C73579E18}"/>
              </a:ext>
            </a:extLst>
          </p:cNvPr>
          <p:cNvGrpSpPr/>
          <p:nvPr/>
        </p:nvGrpSpPr>
        <p:grpSpPr>
          <a:xfrm>
            <a:off x="-936959" y="213202"/>
            <a:ext cx="1371601" cy="1457326"/>
            <a:chOff x="914400" y="647699"/>
            <a:chExt cx="1371601" cy="1457326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9E23C83-CD50-65F6-2E02-9BA407EAECEC}"/>
                </a:ext>
              </a:extLst>
            </p:cNvPr>
            <p:cNvGrpSpPr/>
            <p:nvPr/>
          </p:nvGrpSpPr>
          <p:grpSpPr>
            <a:xfrm>
              <a:off x="914400" y="647699"/>
              <a:ext cx="1371601" cy="1457326"/>
              <a:chOff x="4562475" y="1371599"/>
              <a:chExt cx="1371601" cy="1457326"/>
            </a:xfrm>
          </p:grpSpPr>
          <p:sp>
            <p:nvSpPr>
              <p:cNvPr id="6" name="Rectángulo: esquinas superiores redondeadas 5">
                <a:extLst>
                  <a:ext uri="{FF2B5EF4-FFF2-40B4-BE49-F238E27FC236}">
                    <a16:creationId xmlns:a16="http://schemas.microsoft.com/office/drawing/2014/main" id="{A87B8790-D1CF-C25B-E5BF-AB1C2C1724B2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  <a:endParaRPr lang="es-MX" dirty="0"/>
              </a:p>
            </p:txBody>
          </p:sp>
          <p:sp>
            <p:nvSpPr>
              <p:cNvPr id="7" name="Rectángulo: esquinas superiores redondeadas 6">
                <a:extLst>
                  <a:ext uri="{FF2B5EF4-FFF2-40B4-BE49-F238E27FC236}">
                    <a16:creationId xmlns:a16="http://schemas.microsoft.com/office/drawing/2014/main" id="{29E7A899-10CF-FDF3-05AD-CD4902C143F7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B76084D8-3601-E1A9-77E7-8885354B8691}"/>
                  </a:ext>
                </a:extLst>
              </p:cNvPr>
              <p:cNvSpPr/>
              <p:nvPr/>
            </p:nvSpPr>
            <p:spPr>
              <a:xfrm>
                <a:off x="4562476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 err="1"/>
                  <a:t>Request</a:t>
                </a:r>
                <a:r>
                  <a:rPr lang="es-CO" dirty="0"/>
                  <a:t> </a:t>
                </a:r>
                <a:r>
                  <a:rPr lang="es-CO" dirty="0" err="1"/>
                  <a:t>transport</a:t>
                </a:r>
                <a:endParaRPr lang="es-MX" dirty="0"/>
              </a:p>
            </p:txBody>
          </p: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94EBCC7-3A2C-1793-F26B-16DCCC51FA50}"/>
                </a:ext>
              </a:extLst>
            </p:cNvPr>
            <p:cNvSpPr txBox="1"/>
            <p:nvPr/>
          </p:nvSpPr>
          <p:spPr>
            <a:xfrm>
              <a:off x="1038225" y="1619250"/>
              <a:ext cx="1109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2C219ED-87B5-6160-ED7F-FEFA4016D0AC}"/>
              </a:ext>
            </a:extLst>
          </p:cNvPr>
          <p:cNvGrpSpPr/>
          <p:nvPr/>
        </p:nvGrpSpPr>
        <p:grpSpPr>
          <a:xfrm>
            <a:off x="1163908" y="2139813"/>
            <a:ext cx="1371601" cy="1457326"/>
            <a:chOff x="914400" y="647699"/>
            <a:chExt cx="1371601" cy="1457326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640C13FF-33B4-1873-23B8-DB49205F7455}"/>
                </a:ext>
              </a:extLst>
            </p:cNvPr>
            <p:cNvGrpSpPr/>
            <p:nvPr/>
          </p:nvGrpSpPr>
          <p:grpSpPr>
            <a:xfrm>
              <a:off x="914400" y="647699"/>
              <a:ext cx="1371601" cy="1457326"/>
              <a:chOff x="4562475" y="1371599"/>
              <a:chExt cx="1371601" cy="1457326"/>
            </a:xfrm>
          </p:grpSpPr>
          <p:sp>
            <p:nvSpPr>
              <p:cNvPr id="23" name="Rectángulo: esquinas superiores redondeadas 22">
                <a:extLst>
                  <a:ext uri="{FF2B5EF4-FFF2-40B4-BE49-F238E27FC236}">
                    <a16:creationId xmlns:a16="http://schemas.microsoft.com/office/drawing/2014/main" id="{A20C8CEE-A76D-26FC-4356-BB338795B7C9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2.1</a:t>
                </a:r>
                <a:endParaRPr lang="es-MX" dirty="0"/>
              </a:p>
            </p:txBody>
          </p:sp>
          <p:sp>
            <p:nvSpPr>
              <p:cNvPr id="24" name="Rectángulo: esquinas superiores redondeadas 23">
                <a:extLst>
                  <a:ext uri="{FF2B5EF4-FFF2-40B4-BE49-F238E27FC236}">
                    <a16:creationId xmlns:a16="http://schemas.microsoft.com/office/drawing/2014/main" id="{4C3D7603-C7AD-0DAE-BA67-D4F1776FEA00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7D7BABFC-BB57-84CF-A830-26ADEDAC8B6A}"/>
                  </a:ext>
                </a:extLst>
              </p:cNvPr>
              <p:cNvSpPr/>
              <p:nvPr/>
            </p:nvSpPr>
            <p:spPr>
              <a:xfrm>
                <a:off x="4562476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 err="1"/>
                  <a:t>Recieve</a:t>
                </a:r>
                <a:r>
                  <a:rPr lang="es-CO" dirty="0"/>
                  <a:t> </a:t>
                </a:r>
                <a:r>
                  <a:rPr lang="es-CO" dirty="0" err="1"/>
                  <a:t>request</a:t>
                </a:r>
                <a:endParaRPr lang="es-MX" dirty="0"/>
              </a:p>
            </p:txBody>
          </p:sp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0BCA1192-43D3-EA2B-453E-CE1AC176835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38225" y="1619249"/>
              <a:ext cx="1171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dirty="0" err="1"/>
                <a:t>Raspi.ROS</a:t>
              </a:r>
              <a:endParaRPr lang="es-MX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8A7295A-9E7F-200D-1347-7B3ADA0AD991}"/>
              </a:ext>
            </a:extLst>
          </p:cNvPr>
          <p:cNvGrpSpPr/>
          <p:nvPr/>
        </p:nvGrpSpPr>
        <p:grpSpPr>
          <a:xfrm>
            <a:off x="2728144" y="2868477"/>
            <a:ext cx="1371601" cy="1457326"/>
            <a:chOff x="914400" y="647699"/>
            <a:chExt cx="1371601" cy="1457326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D7E06816-0E12-6E87-43F7-95E2469DAED6}"/>
                </a:ext>
              </a:extLst>
            </p:cNvPr>
            <p:cNvGrpSpPr/>
            <p:nvPr/>
          </p:nvGrpSpPr>
          <p:grpSpPr>
            <a:xfrm>
              <a:off x="914400" y="647699"/>
              <a:ext cx="1371601" cy="1457326"/>
              <a:chOff x="4562475" y="1371599"/>
              <a:chExt cx="1371601" cy="1457326"/>
            </a:xfrm>
          </p:grpSpPr>
          <p:sp>
            <p:nvSpPr>
              <p:cNvPr id="29" name="Rectángulo: esquinas superiores redondeadas 28">
                <a:extLst>
                  <a:ext uri="{FF2B5EF4-FFF2-40B4-BE49-F238E27FC236}">
                    <a16:creationId xmlns:a16="http://schemas.microsoft.com/office/drawing/2014/main" id="{24BD5C26-3F1C-C5A3-2272-601A2DF70445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2.2</a:t>
                </a:r>
                <a:endParaRPr lang="es-MX" dirty="0"/>
              </a:p>
            </p:txBody>
          </p:sp>
          <p:sp>
            <p:nvSpPr>
              <p:cNvPr id="30" name="Rectángulo: esquinas superiores redondeadas 29">
                <a:extLst>
                  <a:ext uri="{FF2B5EF4-FFF2-40B4-BE49-F238E27FC236}">
                    <a16:creationId xmlns:a16="http://schemas.microsoft.com/office/drawing/2014/main" id="{4292AF7F-2969-2665-592D-2396D30E9FD4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E665DD39-FAB8-7344-974E-9850DF3E1A46}"/>
                  </a:ext>
                </a:extLst>
              </p:cNvPr>
              <p:cNvSpPr/>
              <p:nvPr/>
            </p:nvSpPr>
            <p:spPr>
              <a:xfrm>
                <a:off x="4562476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400" dirty="0" err="1"/>
                  <a:t>Transform</a:t>
                </a:r>
                <a:r>
                  <a:rPr lang="es-CO" sz="1400" dirty="0"/>
                  <a:t> in Twist </a:t>
                </a:r>
                <a:r>
                  <a:rPr lang="es-CO" sz="1400" dirty="0" err="1"/>
                  <a:t>Message</a:t>
                </a:r>
                <a:endParaRPr lang="es-MX" sz="1400" dirty="0"/>
              </a:p>
            </p:txBody>
          </p:sp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105AB98-B2F6-87A5-4BFD-D006CF6A342A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dirty="0" err="1"/>
                <a:t>Raspi.ROS</a:t>
              </a:r>
              <a:endParaRPr lang="es-MX" dirty="0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9D82B583-9B6A-4F75-DECE-591659C09025}"/>
              </a:ext>
            </a:extLst>
          </p:cNvPr>
          <p:cNvGrpSpPr/>
          <p:nvPr/>
        </p:nvGrpSpPr>
        <p:grpSpPr>
          <a:xfrm>
            <a:off x="4347667" y="3604549"/>
            <a:ext cx="1371601" cy="1457326"/>
            <a:chOff x="914400" y="647699"/>
            <a:chExt cx="1371601" cy="1457326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4DD1D41E-7D0F-086D-EE9F-2B4DE922F895}"/>
                </a:ext>
              </a:extLst>
            </p:cNvPr>
            <p:cNvGrpSpPr/>
            <p:nvPr/>
          </p:nvGrpSpPr>
          <p:grpSpPr>
            <a:xfrm>
              <a:off x="914400" y="647699"/>
              <a:ext cx="1371601" cy="1457326"/>
              <a:chOff x="4562475" y="1371599"/>
              <a:chExt cx="1371601" cy="1457326"/>
            </a:xfrm>
          </p:grpSpPr>
          <p:sp>
            <p:nvSpPr>
              <p:cNvPr id="37" name="Rectángulo: esquinas superiores redondeadas 36">
                <a:extLst>
                  <a:ext uri="{FF2B5EF4-FFF2-40B4-BE49-F238E27FC236}">
                    <a16:creationId xmlns:a16="http://schemas.microsoft.com/office/drawing/2014/main" id="{023E1732-9451-DD00-09B5-86B0DAB55310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2.3</a:t>
                </a:r>
                <a:endParaRPr lang="es-MX" dirty="0"/>
              </a:p>
            </p:txBody>
          </p:sp>
          <p:sp>
            <p:nvSpPr>
              <p:cNvPr id="38" name="Rectángulo: esquinas superiores redondeadas 37">
                <a:extLst>
                  <a:ext uri="{FF2B5EF4-FFF2-40B4-BE49-F238E27FC236}">
                    <a16:creationId xmlns:a16="http://schemas.microsoft.com/office/drawing/2014/main" id="{3FD56D92-BED8-0ABA-6887-C4005E888B54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0BFF4AC4-4E5D-DEEE-5D37-BC24286A4D66}"/>
                  </a:ext>
                </a:extLst>
              </p:cNvPr>
              <p:cNvSpPr/>
              <p:nvPr/>
            </p:nvSpPr>
            <p:spPr>
              <a:xfrm>
                <a:off x="4562476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 err="1"/>
                  <a:t>Recieve</a:t>
                </a:r>
                <a:r>
                  <a:rPr lang="es-CO" sz="1600" dirty="0"/>
                  <a:t> Twist </a:t>
                </a:r>
                <a:r>
                  <a:rPr lang="es-CO" sz="1600" dirty="0" err="1"/>
                  <a:t>Message</a:t>
                </a:r>
                <a:endParaRPr lang="es-MX" dirty="0"/>
              </a:p>
            </p:txBody>
          </p:sp>
        </p:grp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51228770-47E7-3E0C-88BC-522F002DDBB9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dirty="0"/>
                <a:t>BBB.ROS</a:t>
              </a:r>
              <a:endParaRPr lang="es-MX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EF0C50D-5346-72CE-9116-C7DEDEA24516}"/>
              </a:ext>
            </a:extLst>
          </p:cNvPr>
          <p:cNvGrpSpPr/>
          <p:nvPr/>
        </p:nvGrpSpPr>
        <p:grpSpPr>
          <a:xfrm>
            <a:off x="6081125" y="4364733"/>
            <a:ext cx="1371600" cy="1494770"/>
            <a:chOff x="914400" y="647699"/>
            <a:chExt cx="1371600" cy="1494770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B7A7D6E-22BF-2980-0035-7FEBD40A779A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52" name="Rectángulo: esquinas superiores redondeadas 51">
                <a:extLst>
                  <a:ext uri="{FF2B5EF4-FFF2-40B4-BE49-F238E27FC236}">
                    <a16:creationId xmlns:a16="http://schemas.microsoft.com/office/drawing/2014/main" id="{9A29C58E-B7C3-C976-0B91-1C20DF64571F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2.4</a:t>
                </a:r>
                <a:endParaRPr lang="es-MX" dirty="0"/>
              </a:p>
            </p:txBody>
          </p:sp>
          <p:sp>
            <p:nvSpPr>
              <p:cNvPr id="53" name="Rectángulo: esquinas superiores redondeadas 52">
                <a:extLst>
                  <a:ext uri="{FF2B5EF4-FFF2-40B4-BE49-F238E27FC236}">
                    <a16:creationId xmlns:a16="http://schemas.microsoft.com/office/drawing/2014/main" id="{54231BB5-98E6-0914-7FB8-0731CADF1FE0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844C682E-283E-9ED6-80A8-0DB7EE06D0E6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 err="1"/>
                  <a:t>Move</a:t>
                </a:r>
                <a:r>
                  <a:rPr lang="es-CO" sz="1600" dirty="0"/>
                  <a:t> Robot</a:t>
                </a:r>
                <a:endParaRPr lang="es-MX" dirty="0"/>
              </a:p>
            </p:txBody>
          </p:sp>
        </p:grp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FF5969C3-B6F4-B8DC-3D91-12BF0624D9DC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BBB.ROS drivers</a:t>
              </a:r>
              <a:endParaRPr lang="es-MX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4C132F5-6F1E-714B-1326-B99B5C314488}"/>
              </a:ext>
            </a:extLst>
          </p:cNvPr>
          <p:cNvGrpSpPr/>
          <p:nvPr/>
        </p:nvGrpSpPr>
        <p:grpSpPr>
          <a:xfrm>
            <a:off x="9404764" y="2287779"/>
            <a:ext cx="1371600" cy="1494770"/>
            <a:chOff x="914400" y="647699"/>
            <a:chExt cx="1371600" cy="1494770"/>
          </a:xfrm>
        </p:grpSpPr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ADE21645-71FC-E143-9967-DA6C1E9B3663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58" name="Rectángulo: esquinas superiores redondeadas 57">
                <a:extLst>
                  <a:ext uri="{FF2B5EF4-FFF2-40B4-BE49-F238E27FC236}">
                    <a16:creationId xmlns:a16="http://schemas.microsoft.com/office/drawing/2014/main" id="{A22A95E1-60FE-7F7A-E763-9187B3EDDFB4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  <a:endParaRPr lang="es-MX" dirty="0"/>
              </a:p>
            </p:txBody>
          </p:sp>
          <p:sp>
            <p:nvSpPr>
              <p:cNvPr id="59" name="Rectángulo: esquinas superiores redondeadas 58">
                <a:extLst>
                  <a:ext uri="{FF2B5EF4-FFF2-40B4-BE49-F238E27FC236}">
                    <a16:creationId xmlns:a16="http://schemas.microsoft.com/office/drawing/2014/main" id="{A46C1967-8943-22EE-8171-867C9350DA40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E9C54AB7-06A1-6837-2AD1-877FD17B6369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 err="1"/>
                  <a:t>Acquire</a:t>
                </a:r>
                <a:r>
                  <a:rPr lang="es-CO" sz="1600" dirty="0"/>
                  <a:t> PCB</a:t>
                </a:r>
                <a:endParaRPr lang="es-MX" dirty="0"/>
              </a:p>
            </p:txBody>
          </p:sp>
        </p:grp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6B554D8D-9CE3-D43D-AC0C-2205DF46A8B8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Robot PCB Clip</a:t>
              </a:r>
              <a:endParaRPr lang="es-MX" dirty="0"/>
            </a:p>
          </p:txBody>
        </p:sp>
      </p:grp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FD6393FC-C3CF-3CA0-2E1B-0837C34AF7ED}"/>
              </a:ext>
            </a:extLst>
          </p:cNvPr>
          <p:cNvCxnSpPr>
            <a:stCxn id="25" idx="3"/>
            <a:endCxn id="29" idx="3"/>
          </p:cNvCxnSpPr>
          <p:nvPr/>
        </p:nvCxnSpPr>
        <p:spPr>
          <a:xfrm>
            <a:off x="2535509" y="2754177"/>
            <a:ext cx="878435" cy="114300"/>
          </a:xfrm>
          <a:prstGeom prst="bentConnector2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42B00575-27DC-F071-E2D5-2EF7F7C4BFBA}"/>
              </a:ext>
            </a:extLst>
          </p:cNvPr>
          <p:cNvCxnSpPr>
            <a:cxnSpLocks/>
            <a:stCxn id="8" idx="3"/>
            <a:endCxn id="23" idx="3"/>
          </p:cNvCxnSpPr>
          <p:nvPr/>
        </p:nvCxnSpPr>
        <p:spPr>
          <a:xfrm>
            <a:off x="434642" y="827566"/>
            <a:ext cx="1415066" cy="1312247"/>
          </a:xfrm>
          <a:prstGeom prst="bentConnector2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E9580A35-3121-8E8B-B216-65B4A7084883}"/>
              </a:ext>
            </a:extLst>
          </p:cNvPr>
          <p:cNvCxnSpPr>
            <a:cxnSpLocks/>
            <a:stCxn id="31" idx="3"/>
            <a:endCxn id="37" idx="3"/>
          </p:cNvCxnSpPr>
          <p:nvPr/>
        </p:nvCxnSpPr>
        <p:spPr>
          <a:xfrm>
            <a:off x="4099745" y="3482841"/>
            <a:ext cx="933722" cy="121708"/>
          </a:xfrm>
          <a:prstGeom prst="bentConnector2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05CF18A-B081-9414-0E4D-F1CBBB9602E9}"/>
              </a:ext>
            </a:extLst>
          </p:cNvPr>
          <p:cNvCxnSpPr>
            <a:cxnSpLocks/>
            <a:stCxn id="39" idx="3"/>
            <a:endCxn id="52" idx="3"/>
          </p:cNvCxnSpPr>
          <p:nvPr/>
        </p:nvCxnSpPr>
        <p:spPr>
          <a:xfrm>
            <a:off x="5719268" y="4218913"/>
            <a:ext cx="1047657" cy="145820"/>
          </a:xfrm>
          <a:prstGeom prst="bentConnector2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27560069-69A9-C78D-EDA7-4B8B5BF80360}"/>
              </a:ext>
            </a:extLst>
          </p:cNvPr>
          <p:cNvCxnSpPr>
            <a:cxnSpLocks/>
            <a:stCxn id="54" idx="3"/>
            <a:endCxn id="60" idx="1"/>
          </p:cNvCxnSpPr>
          <p:nvPr/>
        </p:nvCxnSpPr>
        <p:spPr>
          <a:xfrm flipV="1">
            <a:off x="7452725" y="2902143"/>
            <a:ext cx="1952039" cy="2076954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DF47957D-91CF-7F40-98A7-BF2FAC082B98}"/>
              </a:ext>
            </a:extLst>
          </p:cNvPr>
          <p:cNvCxnSpPr>
            <a:cxnSpLocks/>
            <a:endCxn id="58" idx="3"/>
          </p:cNvCxnSpPr>
          <p:nvPr/>
        </p:nvCxnSpPr>
        <p:spPr>
          <a:xfrm rot="16200000" flipH="1">
            <a:off x="9367179" y="1564393"/>
            <a:ext cx="799115" cy="647655"/>
          </a:xfrm>
          <a:prstGeom prst="bentConnector3">
            <a:avLst>
              <a:gd name="adj1" fmla="val 232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A31ED4A3-0EB3-7728-833B-791B43FA6185}"/>
              </a:ext>
            </a:extLst>
          </p:cNvPr>
          <p:cNvSpPr txBox="1"/>
          <p:nvPr/>
        </p:nvSpPr>
        <p:spPr>
          <a:xfrm>
            <a:off x="2580777" y="2403759"/>
            <a:ext cx="117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>
                    <a:lumMod val="50000"/>
                  </a:schemeClr>
                </a:solidFill>
              </a:rPr>
              <a:t>ROS </a:t>
            </a:r>
            <a:r>
              <a:rPr lang="es-CO" dirty="0" err="1">
                <a:solidFill>
                  <a:schemeClr val="bg1">
                    <a:lumMod val="50000"/>
                  </a:schemeClr>
                </a:solidFill>
              </a:rPr>
              <a:t>Topic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76E853F-C3C3-79C1-93A2-D2D33F4DF207}"/>
              </a:ext>
            </a:extLst>
          </p:cNvPr>
          <p:cNvSpPr txBox="1"/>
          <p:nvPr/>
        </p:nvSpPr>
        <p:spPr>
          <a:xfrm>
            <a:off x="4120874" y="3111363"/>
            <a:ext cx="117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s-CO" dirty="0" err="1">
                <a:solidFill>
                  <a:schemeClr val="bg1">
                    <a:lumMod val="50000"/>
                  </a:schemeClr>
                </a:solidFill>
              </a:rPr>
              <a:t>cmd_vel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61A8857-1EF9-3635-4101-D4CC968E4A9A}"/>
              </a:ext>
            </a:extLst>
          </p:cNvPr>
          <p:cNvSpPr txBox="1"/>
          <p:nvPr/>
        </p:nvSpPr>
        <p:spPr>
          <a:xfrm>
            <a:off x="5729832" y="3841531"/>
            <a:ext cx="117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>
                    <a:lumMod val="50000"/>
                  </a:schemeClr>
                </a:solidFill>
              </a:rPr>
              <a:t>C Drivers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1F3610C3-B528-88B3-1E03-3D9CAF82F57B}"/>
              </a:ext>
            </a:extLst>
          </p:cNvPr>
          <p:cNvSpPr txBox="1"/>
          <p:nvPr/>
        </p:nvSpPr>
        <p:spPr>
          <a:xfrm>
            <a:off x="8432939" y="3898976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>
                <a:solidFill>
                  <a:schemeClr val="bg1">
                    <a:lumMod val="50000"/>
                  </a:schemeClr>
                </a:solidFill>
              </a:rPr>
              <a:t>Robot.inMachine</a:t>
            </a:r>
            <a:endParaRPr lang="es-MX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805709B7-32D3-9617-C17F-3613D98D4142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4000224" y="4979097"/>
            <a:ext cx="2080901" cy="561975"/>
          </a:xfrm>
          <a:prstGeom prst="bentConnector3">
            <a:avLst>
              <a:gd name="adj1" fmla="val 84584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FA71358-B2B7-C91C-6938-746D8586B4D0}"/>
              </a:ext>
            </a:extLst>
          </p:cNvPr>
          <p:cNvSpPr txBox="1"/>
          <p:nvPr/>
        </p:nvSpPr>
        <p:spPr>
          <a:xfrm>
            <a:off x="3880499" y="5168766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>
                <a:solidFill>
                  <a:schemeClr val="bg1">
                    <a:lumMod val="50000"/>
                  </a:schemeClr>
                </a:solidFill>
              </a:rPr>
              <a:t>Robot.inHome</a:t>
            </a:r>
            <a:endParaRPr lang="es-MX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7EA439F2-75C7-E4AB-BD5A-0DDD3A297956}"/>
              </a:ext>
            </a:extLst>
          </p:cNvPr>
          <p:cNvSpPr txBox="1"/>
          <p:nvPr/>
        </p:nvSpPr>
        <p:spPr>
          <a:xfrm>
            <a:off x="3880498" y="5582640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>
                <a:solidFill>
                  <a:schemeClr val="bg1">
                    <a:lumMod val="50000"/>
                  </a:schemeClr>
                </a:solidFill>
              </a:rPr>
              <a:t>BBB.connectedToLIPO</a:t>
            </a:r>
            <a:endParaRPr lang="es-MX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8DD462CD-4C35-4845-FB72-C16A1D443E89}"/>
              </a:ext>
            </a:extLst>
          </p:cNvPr>
          <p:cNvCxnSpPr>
            <a:cxnSpLocks/>
            <a:endCxn id="53" idx="0"/>
          </p:cNvCxnSpPr>
          <p:nvPr/>
        </p:nvCxnSpPr>
        <p:spPr>
          <a:xfrm flipV="1">
            <a:off x="4099744" y="5541071"/>
            <a:ext cx="1981381" cy="352997"/>
          </a:xfrm>
          <a:prstGeom prst="bentConnector3">
            <a:avLst>
              <a:gd name="adj1" fmla="val 91022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98DB88D-1988-872D-4A9F-48B00803064C}"/>
              </a:ext>
            </a:extLst>
          </p:cNvPr>
          <p:cNvSpPr txBox="1"/>
          <p:nvPr/>
        </p:nvSpPr>
        <p:spPr>
          <a:xfrm>
            <a:off x="8169075" y="1331462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PCB.inMachine</a:t>
            </a:r>
            <a:endParaRPr lang="es-MX" sz="1400" dirty="0"/>
          </a:p>
        </p:txBody>
      </p:sp>
      <p:sp>
        <p:nvSpPr>
          <p:cNvPr id="110" name="Flecha: a la derecha 109">
            <a:extLst>
              <a:ext uri="{FF2B5EF4-FFF2-40B4-BE49-F238E27FC236}">
                <a16:creationId xmlns:a16="http://schemas.microsoft.com/office/drawing/2014/main" id="{C38D2F7D-0906-3005-1C18-4BFCDECBC6EB}"/>
              </a:ext>
            </a:extLst>
          </p:cNvPr>
          <p:cNvSpPr/>
          <p:nvPr/>
        </p:nvSpPr>
        <p:spPr>
          <a:xfrm rot="16200000">
            <a:off x="4385080" y="598640"/>
            <a:ext cx="647655" cy="17905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2B0066EC-03FC-4DA0-357B-BCE68DD9F387}"/>
              </a:ext>
            </a:extLst>
          </p:cNvPr>
          <p:cNvGrpSpPr/>
          <p:nvPr/>
        </p:nvGrpSpPr>
        <p:grpSpPr>
          <a:xfrm>
            <a:off x="4024585" y="-425065"/>
            <a:ext cx="1371600" cy="1494770"/>
            <a:chOff x="914400" y="647699"/>
            <a:chExt cx="1371600" cy="1494770"/>
          </a:xfrm>
        </p:grpSpPr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10F5B5F4-1B16-4604-8E69-3B58BF83066F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114" name="Rectángulo: esquinas superiores redondeadas 113">
                <a:extLst>
                  <a:ext uri="{FF2B5EF4-FFF2-40B4-BE49-F238E27FC236}">
                    <a16:creationId xmlns:a16="http://schemas.microsoft.com/office/drawing/2014/main" id="{E0C2661F-3377-32F8-2D98-E71410212150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  <a:endParaRPr lang="es-MX" dirty="0"/>
              </a:p>
            </p:txBody>
          </p:sp>
          <p:sp>
            <p:nvSpPr>
              <p:cNvPr id="115" name="Rectángulo: esquinas superiores redondeadas 114">
                <a:extLst>
                  <a:ext uri="{FF2B5EF4-FFF2-40B4-BE49-F238E27FC236}">
                    <a16:creationId xmlns:a16="http://schemas.microsoft.com/office/drawing/2014/main" id="{BAD35986-5C63-F32B-7145-A508C228437B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116" name="Rectángulo 115">
                <a:extLst>
                  <a:ext uri="{FF2B5EF4-FFF2-40B4-BE49-F238E27FC236}">
                    <a16:creationId xmlns:a16="http://schemas.microsoft.com/office/drawing/2014/main" id="{F1A321F1-A1D6-25C8-7C12-0DA4596FBA69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 err="1"/>
                  <a:t>Move</a:t>
                </a:r>
                <a:r>
                  <a:rPr lang="es-CO" sz="1600" dirty="0"/>
                  <a:t> Robot</a:t>
                </a:r>
                <a:endParaRPr lang="es-MX" dirty="0"/>
              </a:p>
            </p:txBody>
          </p:sp>
        </p:grp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4BF36A3E-1E27-1F59-8934-CF0F17187F95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 err="1"/>
                <a:t>Robot.Raspi</a:t>
              </a:r>
              <a:r>
                <a:rPr lang="es-CO" sz="1400" dirty="0"/>
                <a:t> &amp; </a:t>
              </a:r>
              <a:r>
                <a:rPr lang="es-CO" sz="1400" dirty="0" err="1"/>
                <a:t>Robot.BBB</a:t>
              </a:r>
              <a:endParaRPr lang="es-MX" dirty="0"/>
            </a:p>
          </p:txBody>
        </p:sp>
      </p:grpSp>
      <p:cxnSp>
        <p:nvCxnSpPr>
          <p:cNvPr id="117" name="Conector: angular 116">
            <a:extLst>
              <a:ext uri="{FF2B5EF4-FFF2-40B4-BE49-F238E27FC236}">
                <a16:creationId xmlns:a16="http://schemas.microsoft.com/office/drawing/2014/main" id="{8BCE749B-E54B-AAC2-10F3-AB8326308B1D}"/>
              </a:ext>
            </a:extLst>
          </p:cNvPr>
          <p:cNvCxnSpPr>
            <a:cxnSpLocks/>
            <a:stCxn id="116" idx="3"/>
          </p:cNvCxnSpPr>
          <p:nvPr/>
        </p:nvCxnSpPr>
        <p:spPr>
          <a:xfrm flipV="1">
            <a:off x="5396185" y="184095"/>
            <a:ext cx="921680" cy="520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A76A17A4-BA97-764F-CE63-C9280256BA29}"/>
              </a:ext>
            </a:extLst>
          </p:cNvPr>
          <p:cNvSpPr txBox="1"/>
          <p:nvPr/>
        </p:nvSpPr>
        <p:spPr>
          <a:xfrm>
            <a:off x="6317865" y="5487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Robot.inNewSpot</a:t>
            </a:r>
            <a:endParaRPr lang="es-MX" sz="1400" dirty="0"/>
          </a:p>
        </p:txBody>
      </p:sp>
      <p:cxnSp>
        <p:nvCxnSpPr>
          <p:cNvPr id="121" name="Conector: angular 120">
            <a:extLst>
              <a:ext uri="{FF2B5EF4-FFF2-40B4-BE49-F238E27FC236}">
                <a16:creationId xmlns:a16="http://schemas.microsoft.com/office/drawing/2014/main" id="{EEB4F66D-A81D-A985-3092-A8DB3E500204}"/>
              </a:ext>
            </a:extLst>
          </p:cNvPr>
          <p:cNvCxnSpPr>
            <a:cxnSpLocks/>
            <a:endCxn id="114" idx="2"/>
          </p:cNvCxnSpPr>
          <p:nvPr/>
        </p:nvCxnSpPr>
        <p:spPr>
          <a:xfrm flipV="1">
            <a:off x="2391129" y="-258377"/>
            <a:ext cx="1633456" cy="26509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6483DD8-F52D-E088-F132-294598E8D9C3}"/>
              </a:ext>
            </a:extLst>
          </p:cNvPr>
          <p:cNvSpPr txBox="1"/>
          <p:nvPr/>
        </p:nvSpPr>
        <p:spPr>
          <a:xfrm>
            <a:off x="1744398" y="-324510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Robot.inOldSpot</a:t>
            </a:r>
            <a:endParaRPr lang="es-MX" sz="1400" dirty="0"/>
          </a:p>
        </p:txBody>
      </p:sp>
      <p:cxnSp>
        <p:nvCxnSpPr>
          <p:cNvPr id="124" name="Conector: angular 123">
            <a:extLst>
              <a:ext uri="{FF2B5EF4-FFF2-40B4-BE49-F238E27FC236}">
                <a16:creationId xmlns:a16="http://schemas.microsoft.com/office/drawing/2014/main" id="{28655D62-EBA4-9F48-080C-78CE66712DAA}"/>
              </a:ext>
            </a:extLst>
          </p:cNvPr>
          <p:cNvCxnSpPr>
            <a:cxnSpLocks/>
            <a:endCxn id="116" idx="1"/>
          </p:cNvCxnSpPr>
          <p:nvPr/>
        </p:nvCxnSpPr>
        <p:spPr>
          <a:xfrm flipV="1">
            <a:off x="2353998" y="189299"/>
            <a:ext cx="1670587" cy="282469"/>
          </a:xfrm>
          <a:prstGeom prst="bentConnector3">
            <a:avLst>
              <a:gd name="adj1" fmla="val 84210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7EE20317-C7C7-20EB-C945-B091C50BE483}"/>
              </a:ext>
            </a:extLst>
          </p:cNvPr>
          <p:cNvSpPr txBox="1"/>
          <p:nvPr/>
        </p:nvSpPr>
        <p:spPr>
          <a:xfrm>
            <a:off x="1849708" y="103651"/>
            <a:ext cx="1861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solidFill>
                  <a:schemeClr val="bg1">
                    <a:lumMod val="50000"/>
                  </a:schemeClr>
                </a:solidFill>
              </a:rPr>
              <a:t>Robot.moveRequest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9" name="Conector: angular 128">
            <a:extLst>
              <a:ext uri="{FF2B5EF4-FFF2-40B4-BE49-F238E27FC236}">
                <a16:creationId xmlns:a16="http://schemas.microsoft.com/office/drawing/2014/main" id="{A2A3C394-D98A-6ED8-09EB-BBBCC48D48F0}"/>
              </a:ext>
            </a:extLst>
          </p:cNvPr>
          <p:cNvCxnSpPr>
            <a:cxnSpLocks/>
            <a:endCxn id="115" idx="0"/>
          </p:cNvCxnSpPr>
          <p:nvPr/>
        </p:nvCxnSpPr>
        <p:spPr>
          <a:xfrm flipV="1">
            <a:off x="2362482" y="751273"/>
            <a:ext cx="1662103" cy="190592"/>
          </a:xfrm>
          <a:prstGeom prst="bentConnector3">
            <a:avLst>
              <a:gd name="adj1" fmla="val 84384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453BAA9A-09AB-391E-6952-C7C9E3F47344}"/>
              </a:ext>
            </a:extLst>
          </p:cNvPr>
          <p:cNvSpPr txBox="1"/>
          <p:nvPr/>
        </p:nvSpPr>
        <p:spPr>
          <a:xfrm>
            <a:off x="2006213" y="642444"/>
            <a:ext cx="1861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 err="1">
                <a:solidFill>
                  <a:schemeClr val="bg1">
                    <a:lumMod val="50000"/>
                  </a:schemeClr>
                </a:solidFill>
              </a:rPr>
              <a:t>Robot.connectedToLIPO</a:t>
            </a:r>
            <a:endParaRPr lang="es-MX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3" name="Conector: angular 132">
            <a:extLst>
              <a:ext uri="{FF2B5EF4-FFF2-40B4-BE49-F238E27FC236}">
                <a16:creationId xmlns:a16="http://schemas.microsoft.com/office/drawing/2014/main" id="{57AE0319-8FCA-7230-C3F2-048102D6A87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-1250346" y="2617857"/>
            <a:ext cx="2414255" cy="136320"/>
          </a:xfrm>
          <a:prstGeom prst="bentConnector3">
            <a:avLst>
              <a:gd name="adj1" fmla="val 88401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C84DCDBD-62A3-ACD2-5811-89ACDD237EB5}"/>
              </a:ext>
            </a:extLst>
          </p:cNvPr>
          <p:cNvSpPr txBox="1"/>
          <p:nvPr/>
        </p:nvSpPr>
        <p:spPr>
          <a:xfrm>
            <a:off x="-1584635" y="2303911"/>
            <a:ext cx="2276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solidFill>
                  <a:schemeClr val="bg1">
                    <a:lumMod val="50000"/>
                  </a:schemeClr>
                </a:solidFill>
              </a:rPr>
              <a:t>Raspi.connectedToPBank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10717-C762-533D-3983-A3A4BFCF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3C18A1-6E33-9436-D9BC-D37A1D07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Flexibilidad de Ruta (</a:t>
            </a:r>
            <a:r>
              <a:rPr lang="es-CO" dirty="0" err="1"/>
              <a:t>Routing</a:t>
            </a:r>
            <a:r>
              <a:rPr lang="es-CO" dirty="0"/>
              <a:t> </a:t>
            </a:r>
            <a:r>
              <a:rPr lang="es-CO" dirty="0" err="1"/>
              <a:t>Flexibility</a:t>
            </a:r>
            <a:r>
              <a:rPr lang="es-CO" dirty="0"/>
              <a:t>)</a:t>
            </a:r>
          </a:p>
          <a:p>
            <a:pPr lvl="1"/>
            <a:r>
              <a:rPr lang="es-CO" dirty="0"/>
              <a:t>Video</a:t>
            </a:r>
          </a:p>
          <a:p>
            <a:r>
              <a:rPr lang="es-CO" dirty="0"/>
              <a:t>Flexibilidad de Proceso</a:t>
            </a:r>
          </a:p>
          <a:p>
            <a:pPr lvl="1"/>
            <a:r>
              <a:rPr lang="es-CO" dirty="0"/>
              <a:t>Se puede fabricar las piezas por diferentes métodos y materiales</a:t>
            </a:r>
          </a:p>
          <a:p>
            <a:pPr lvl="2">
              <a:lnSpc>
                <a:spcPct val="150000"/>
              </a:lnSpc>
            </a:pPr>
            <a:r>
              <a:rPr lang="es-CO" dirty="0"/>
              <a:t>Estructura base</a:t>
            </a:r>
          </a:p>
          <a:p>
            <a:pPr lvl="2">
              <a:lnSpc>
                <a:spcPct val="150000"/>
              </a:lnSpc>
            </a:pPr>
            <a:r>
              <a:rPr lang="es-CO" dirty="0"/>
              <a:t>Base de los motores</a:t>
            </a:r>
          </a:p>
          <a:p>
            <a:pPr lvl="2">
              <a:lnSpc>
                <a:spcPct val="150000"/>
              </a:lnSpc>
            </a:pPr>
            <a:r>
              <a:rPr lang="es-CO" dirty="0"/>
              <a:t>Espaciadores</a:t>
            </a:r>
          </a:p>
          <a:p>
            <a:pPr lvl="2">
              <a:lnSpc>
                <a:spcPct val="150000"/>
              </a:lnSpc>
            </a:pPr>
            <a:r>
              <a:rPr lang="es-CO" dirty="0"/>
              <a:t>Clip para PCB</a:t>
            </a:r>
          </a:p>
          <a:p>
            <a:pPr lvl="2">
              <a:lnSpc>
                <a:spcPct val="150000"/>
              </a:lnSpc>
            </a:pPr>
            <a:r>
              <a:rPr lang="es-CO" dirty="0"/>
              <a:t>Adaptador para </a:t>
            </a:r>
            <a:r>
              <a:rPr lang="es-CO" dirty="0" err="1"/>
              <a:t>RPLidar</a:t>
            </a:r>
            <a:endParaRPr lang="es-MX" dirty="0"/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EBCD43C-860E-BB57-25DA-7F30EC15A67C}"/>
              </a:ext>
            </a:extLst>
          </p:cNvPr>
          <p:cNvSpPr/>
          <p:nvPr/>
        </p:nvSpPr>
        <p:spPr>
          <a:xfrm>
            <a:off x="3810797" y="3718794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CNC</a:t>
            </a:r>
            <a:endParaRPr lang="es-MX" sz="1000" dirty="0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FD86A47-2A92-1C59-5FA3-0A59663DE753}"/>
              </a:ext>
            </a:extLst>
          </p:cNvPr>
          <p:cNvSpPr/>
          <p:nvPr/>
        </p:nvSpPr>
        <p:spPr>
          <a:xfrm>
            <a:off x="6879141" y="3731914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AM</a:t>
            </a:r>
            <a:endParaRPr lang="es-MX" sz="1000" dirty="0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72554C75-6F49-2931-740D-ED3425E6A810}"/>
              </a:ext>
            </a:extLst>
          </p:cNvPr>
          <p:cNvSpPr/>
          <p:nvPr/>
        </p:nvSpPr>
        <p:spPr>
          <a:xfrm>
            <a:off x="8134842" y="3731914"/>
            <a:ext cx="65269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C. Laser</a:t>
            </a:r>
            <a:endParaRPr lang="es-MX" sz="10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A21C410-D572-304A-459F-41B6F703D7B7}"/>
              </a:ext>
            </a:extLst>
          </p:cNvPr>
          <p:cNvSpPr/>
          <p:nvPr/>
        </p:nvSpPr>
        <p:spPr>
          <a:xfrm>
            <a:off x="4480239" y="3718794"/>
            <a:ext cx="579280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MDF</a:t>
            </a:r>
            <a:endParaRPr lang="es-MX" sz="12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611618F-7461-3A6F-CCFD-A9FE5F18F203}"/>
              </a:ext>
            </a:extLst>
          </p:cNvPr>
          <p:cNvSpPr/>
          <p:nvPr/>
        </p:nvSpPr>
        <p:spPr>
          <a:xfrm>
            <a:off x="5149681" y="3731914"/>
            <a:ext cx="738062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err="1"/>
              <a:t>Acrilico</a:t>
            </a:r>
            <a:endParaRPr lang="es-MX" sz="12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A4B936A-EE1C-42B6-F2DC-26E84B66377F}"/>
              </a:ext>
            </a:extLst>
          </p:cNvPr>
          <p:cNvSpPr/>
          <p:nvPr/>
        </p:nvSpPr>
        <p:spPr>
          <a:xfrm>
            <a:off x="7548583" y="3731914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PLA</a:t>
            </a:r>
            <a:endParaRPr lang="es-MX" sz="12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802798B-D85E-FE7F-1898-9C2D83F051E4}"/>
              </a:ext>
            </a:extLst>
          </p:cNvPr>
          <p:cNvSpPr/>
          <p:nvPr/>
        </p:nvSpPr>
        <p:spPr>
          <a:xfrm>
            <a:off x="5977905" y="3731914"/>
            <a:ext cx="81107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Aluminio</a:t>
            </a:r>
            <a:endParaRPr lang="es-MX" sz="1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15F5336-CE0D-28C4-4F5B-6B84317BC691}"/>
              </a:ext>
            </a:extLst>
          </p:cNvPr>
          <p:cNvSpPr/>
          <p:nvPr/>
        </p:nvSpPr>
        <p:spPr>
          <a:xfrm>
            <a:off x="8879487" y="3731914"/>
            <a:ext cx="579280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MDF</a:t>
            </a:r>
            <a:endParaRPr lang="es-MX" sz="12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A5C16E-9727-96B2-856C-7921358AFE72}"/>
              </a:ext>
            </a:extLst>
          </p:cNvPr>
          <p:cNvSpPr/>
          <p:nvPr/>
        </p:nvSpPr>
        <p:spPr>
          <a:xfrm>
            <a:off x="9548929" y="3745034"/>
            <a:ext cx="738062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 err="1"/>
              <a:t>Acrilico</a:t>
            </a:r>
            <a:endParaRPr lang="es-MX" sz="1200" dirty="0"/>
          </a:p>
        </p:txBody>
      </p:sp>
      <p:sp>
        <p:nvSpPr>
          <p:cNvPr id="13" name="Hexágono 12">
            <a:extLst>
              <a:ext uri="{FF2B5EF4-FFF2-40B4-BE49-F238E27FC236}">
                <a16:creationId xmlns:a16="http://schemas.microsoft.com/office/drawing/2014/main" id="{3E4085E9-39F7-735C-2FC6-9264453525A5}"/>
              </a:ext>
            </a:extLst>
          </p:cNvPr>
          <p:cNvSpPr/>
          <p:nvPr/>
        </p:nvSpPr>
        <p:spPr>
          <a:xfrm>
            <a:off x="4262451" y="4236961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CNC</a:t>
            </a:r>
            <a:endParaRPr lang="es-MX" sz="1000" dirty="0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7A7E9929-9337-2AE6-899B-BAB88BA6840C}"/>
              </a:ext>
            </a:extLst>
          </p:cNvPr>
          <p:cNvSpPr/>
          <p:nvPr/>
        </p:nvSpPr>
        <p:spPr>
          <a:xfrm>
            <a:off x="6502571" y="4236961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AM</a:t>
            </a:r>
            <a:endParaRPr lang="es-MX" sz="10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DB73340-7D7D-9D2F-11E0-EE193C9F15E0}"/>
              </a:ext>
            </a:extLst>
          </p:cNvPr>
          <p:cNvSpPr/>
          <p:nvPr/>
        </p:nvSpPr>
        <p:spPr>
          <a:xfrm>
            <a:off x="4931893" y="4236961"/>
            <a:ext cx="579280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MDF</a:t>
            </a:r>
            <a:endParaRPr lang="es-MX" sz="12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77ECBA5-18F1-EF63-63B2-E11E093F3923}"/>
              </a:ext>
            </a:extLst>
          </p:cNvPr>
          <p:cNvSpPr/>
          <p:nvPr/>
        </p:nvSpPr>
        <p:spPr>
          <a:xfrm>
            <a:off x="7172013" y="4236961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PLA</a:t>
            </a:r>
            <a:endParaRPr lang="es-MX" sz="1200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72DDEDE-D471-9282-C7D1-2D7957D289E5}"/>
              </a:ext>
            </a:extLst>
          </p:cNvPr>
          <p:cNvSpPr/>
          <p:nvPr/>
        </p:nvSpPr>
        <p:spPr>
          <a:xfrm>
            <a:off x="5601335" y="4236961"/>
            <a:ext cx="81107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Aluminio</a:t>
            </a:r>
            <a:endParaRPr lang="es-MX" sz="1200" dirty="0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3B4DB1E4-669F-9F7A-CFC7-1CF77ED12B76}"/>
              </a:ext>
            </a:extLst>
          </p:cNvPr>
          <p:cNvSpPr/>
          <p:nvPr/>
        </p:nvSpPr>
        <p:spPr>
          <a:xfrm>
            <a:off x="3521157" y="5270510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CNC</a:t>
            </a:r>
            <a:endParaRPr lang="es-MX" sz="1000" dirty="0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D0D910EF-1858-C8DD-B9B1-A5303BDC8841}"/>
              </a:ext>
            </a:extLst>
          </p:cNvPr>
          <p:cNvSpPr/>
          <p:nvPr/>
        </p:nvSpPr>
        <p:spPr>
          <a:xfrm>
            <a:off x="5761277" y="5270510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AM</a:t>
            </a:r>
            <a:endParaRPr lang="es-MX" sz="1000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E74DF63-0493-3D0B-C9A5-CFF69AF2279F}"/>
              </a:ext>
            </a:extLst>
          </p:cNvPr>
          <p:cNvSpPr/>
          <p:nvPr/>
        </p:nvSpPr>
        <p:spPr>
          <a:xfrm>
            <a:off x="4190599" y="5270510"/>
            <a:ext cx="579280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MDF</a:t>
            </a:r>
            <a:endParaRPr lang="es-MX" sz="1200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7A24B08A-2E60-4C50-D6D6-FEB06877C16B}"/>
              </a:ext>
            </a:extLst>
          </p:cNvPr>
          <p:cNvSpPr/>
          <p:nvPr/>
        </p:nvSpPr>
        <p:spPr>
          <a:xfrm>
            <a:off x="6430719" y="5270510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PLA</a:t>
            </a:r>
            <a:endParaRPr lang="es-MX" sz="1200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EE9F662-14DB-89A9-375C-41A887FB952D}"/>
              </a:ext>
            </a:extLst>
          </p:cNvPr>
          <p:cNvSpPr/>
          <p:nvPr/>
        </p:nvSpPr>
        <p:spPr>
          <a:xfrm>
            <a:off x="4860041" y="5270510"/>
            <a:ext cx="81107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Aluminio</a:t>
            </a:r>
            <a:endParaRPr lang="es-MX" sz="1200" dirty="0"/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F0E20B28-23C8-DB56-4D29-7B58F005C7D8}"/>
              </a:ext>
            </a:extLst>
          </p:cNvPr>
          <p:cNvSpPr/>
          <p:nvPr/>
        </p:nvSpPr>
        <p:spPr>
          <a:xfrm>
            <a:off x="4642253" y="5813698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CNC</a:t>
            </a:r>
            <a:endParaRPr lang="es-MX" sz="1000" dirty="0"/>
          </a:p>
        </p:txBody>
      </p:sp>
      <p:sp>
        <p:nvSpPr>
          <p:cNvPr id="24" name="Hexágono 23">
            <a:extLst>
              <a:ext uri="{FF2B5EF4-FFF2-40B4-BE49-F238E27FC236}">
                <a16:creationId xmlns:a16="http://schemas.microsoft.com/office/drawing/2014/main" id="{B5E5CA57-F835-B08C-D006-B3FE3F43D490}"/>
              </a:ext>
            </a:extLst>
          </p:cNvPr>
          <p:cNvSpPr/>
          <p:nvPr/>
        </p:nvSpPr>
        <p:spPr>
          <a:xfrm>
            <a:off x="6882373" y="5813698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AM</a:t>
            </a:r>
            <a:endParaRPr lang="es-MX" sz="1000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8A645A6-B5B9-BBDC-37C0-506E5DF118E9}"/>
              </a:ext>
            </a:extLst>
          </p:cNvPr>
          <p:cNvSpPr/>
          <p:nvPr/>
        </p:nvSpPr>
        <p:spPr>
          <a:xfrm>
            <a:off x="5311695" y="5813698"/>
            <a:ext cx="579280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MDF</a:t>
            </a:r>
            <a:endParaRPr lang="es-MX" sz="1200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9C81A80-AEE1-91AB-4913-91BF5A9C931D}"/>
              </a:ext>
            </a:extLst>
          </p:cNvPr>
          <p:cNvSpPr/>
          <p:nvPr/>
        </p:nvSpPr>
        <p:spPr>
          <a:xfrm>
            <a:off x="7551815" y="5813698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PLA</a:t>
            </a:r>
            <a:endParaRPr lang="es-MX" sz="1200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54C3D2D-19D5-1448-DA19-F6DC1198999F}"/>
              </a:ext>
            </a:extLst>
          </p:cNvPr>
          <p:cNvSpPr/>
          <p:nvPr/>
        </p:nvSpPr>
        <p:spPr>
          <a:xfrm>
            <a:off x="5981137" y="5813698"/>
            <a:ext cx="81107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Aluminio</a:t>
            </a:r>
            <a:endParaRPr lang="es-MX" sz="1200" dirty="0"/>
          </a:p>
        </p:txBody>
      </p:sp>
      <p:sp>
        <p:nvSpPr>
          <p:cNvPr id="28" name="Hexágono 27">
            <a:extLst>
              <a:ext uri="{FF2B5EF4-FFF2-40B4-BE49-F238E27FC236}">
                <a16:creationId xmlns:a16="http://schemas.microsoft.com/office/drawing/2014/main" id="{A6EEDA87-B1A3-480E-8FED-5011C9387D25}"/>
              </a:ext>
            </a:extLst>
          </p:cNvPr>
          <p:cNvSpPr/>
          <p:nvPr/>
        </p:nvSpPr>
        <p:spPr>
          <a:xfrm>
            <a:off x="3521157" y="4768468"/>
            <a:ext cx="579280" cy="33512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AM</a:t>
            </a:r>
            <a:endParaRPr lang="es-MX" sz="1000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3077886-96D7-5921-6C86-3B8B4E92D0C0}"/>
              </a:ext>
            </a:extLst>
          </p:cNvPr>
          <p:cNvSpPr/>
          <p:nvPr/>
        </p:nvSpPr>
        <p:spPr>
          <a:xfrm>
            <a:off x="4190599" y="4768468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PLA</a:t>
            </a:r>
            <a:endParaRPr lang="es-MX" sz="1200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55E604D0-ECD3-3EBA-797E-E2609659D08E}"/>
              </a:ext>
            </a:extLst>
          </p:cNvPr>
          <p:cNvSpPr/>
          <p:nvPr/>
        </p:nvSpPr>
        <p:spPr>
          <a:xfrm>
            <a:off x="4788978" y="4768468"/>
            <a:ext cx="494304" cy="335122"/>
          </a:xfrm>
          <a:prstGeom prst="roundRect">
            <a:avLst>
              <a:gd name="adj" fmla="val 3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SLA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3974991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145</Words>
  <Application>Microsoft Office PowerPoint</Application>
  <PresentationFormat>Panorámica</PresentationFormat>
  <Paragraphs>68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 Ojeda</dc:creator>
  <cp:lastModifiedBy>Alejandro  Ojeda</cp:lastModifiedBy>
  <cp:revision>5</cp:revision>
  <dcterms:created xsi:type="dcterms:W3CDTF">2022-05-12T03:41:20Z</dcterms:created>
  <dcterms:modified xsi:type="dcterms:W3CDTF">2022-05-12T16:06:18Z</dcterms:modified>
</cp:coreProperties>
</file>