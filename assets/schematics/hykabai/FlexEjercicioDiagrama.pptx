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1592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F0BF8-7497-4C63-86BD-F99C5448C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335EAC-D982-4A05-950B-74A8AAF00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A34088-86CD-4559-BBA9-958C4FEC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E7E4BB-EBAD-4A10-97CD-9D95D63C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2F00A7-01E6-4A02-9A2B-119ED554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230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50AD5-AD9B-42A2-9FAF-DBF01DA2E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3F65D7-1F3B-4A6D-AE95-4A526CDF2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A95D1C-EB59-4263-A0CD-5F1F3188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AF5DFF-E9A5-4B01-92D6-209DD664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7932DC-4FFC-4765-9CE1-41F944DF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314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03B61-2817-4E0C-ACF9-C9FE5B413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4C9A10-15B4-4E5E-A6B1-31A2F6BC8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47C23-D7E5-40F2-A478-97133A07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83626C-F739-4F02-8A96-92363B7C1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89969-5069-4C7B-B279-304C39BB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242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1F0FE-EA5E-49C6-A98F-26A8AE3F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667F48-A024-4B9D-9E52-3AB810822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4C4AAC-4755-4E11-93DE-67FBF04D6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666ED0-88F3-4F08-85A0-E693509D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7A3BD-58E1-4C51-BC2A-D200D4FC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09602E-D063-4FC4-BEA3-6B18C073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80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A0002-996C-4555-86C3-631BC8B5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EC0303-8F84-4367-8AB4-6CB5F7EC7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4072C7-0809-4EBF-AE78-54AD2F347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0037F07-7C92-4EAF-81B2-E6A839BF6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0DD6D3-F211-484A-8176-EF97170AE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5B42521-336F-4AD0-BA2F-219CF253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61FD0C-DB4F-4C49-AB05-D94FC843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1EE53A-9DBD-48AA-95A1-2AF65C48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5231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A8346-7CA3-44F1-B0DD-983D71AE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5B1A62-1480-4ADB-9645-9B895E03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F4BC62-78E4-41E8-B4EB-7815F66D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CEE611-BD29-49A7-874D-7AB40011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51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135CAB-9641-4485-BE0E-B6639BAF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7E2B70-89AF-4273-8854-AB1DCF7B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B07052-ED7A-40BA-B932-64DD2CA3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23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53899-C653-4A05-8014-FFBE7646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701B87-F9D6-4220-A265-7F0ADC67D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7CF89D-28DE-4463-8EF5-E52B370F0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FDB259-9886-469A-B0C5-A8E4ADD5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E40361-D6CC-4B34-B8DE-30AFB701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33D604-F3D2-4ACF-BEB5-1416626E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771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0C900-B762-42F7-8827-611CB6208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A90A0A-B755-4E9A-A078-77865EF39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1E7229-62BF-4EA3-B681-DCB202790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8E4DE1-F39B-4B31-8099-B24FCF20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E21515-882D-4CAF-8CB8-1D086AF9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C4B4EA-20E9-47F0-8ECA-36805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462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EADA7-C8FD-410E-8415-BDC7EF52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AE3439-7BAE-4E09-B632-7DECC49F5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C5DDA2-8B6D-4608-BFA1-AB7ABD2F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7DEEA9-5B2B-4CC0-B354-8A7B885C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8A17C0-AE28-48BA-88C0-4783707C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248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EE0F6C-C06A-4661-8C38-7A35F07C9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2DB1A4-3C5D-4B82-8DAD-DE01A5A19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35861B-790E-48F5-8B8B-76E05693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75F4CA-11A3-43A3-A9CF-0E8BF14D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D3DB24-802E-44ED-BD76-DB375F70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773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0868CF-801B-4A24-91DE-B3B1ED0C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BE977F-898F-474A-ABE3-E5F23847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071D7E-6295-480B-A38D-F9F6312CC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4EC31-920B-4B53-807F-F6DF5D0C4CB7}" type="datetimeFigureOut">
              <a:rPr lang="es-MX" smtClean="0"/>
              <a:t>26/04/2022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BC0354-C0E2-4F6F-8682-20D09B2C8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7E4579-0D33-497B-95F8-5B6E23789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D8ED0-0A87-49DF-B817-B220E11501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6776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72A8281-8E33-4705-9FF3-F564A311E67F}"/>
              </a:ext>
            </a:extLst>
          </p:cNvPr>
          <p:cNvSpPr/>
          <p:nvPr/>
        </p:nvSpPr>
        <p:spPr>
          <a:xfrm>
            <a:off x="6812830" y="2465366"/>
            <a:ext cx="720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M1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5726CAA-884A-4B16-AEC5-6612288D6F6C}"/>
              </a:ext>
            </a:extLst>
          </p:cNvPr>
          <p:cNvSpPr/>
          <p:nvPr/>
        </p:nvSpPr>
        <p:spPr>
          <a:xfrm>
            <a:off x="3195455" y="2465366"/>
            <a:ext cx="900000" cy="5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M2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8974EE3-D64C-4C61-B570-82C54ACCD28E}"/>
              </a:ext>
            </a:extLst>
          </p:cNvPr>
          <p:cNvSpPr/>
          <p:nvPr/>
        </p:nvSpPr>
        <p:spPr>
          <a:xfrm>
            <a:off x="8270205" y="2465366"/>
            <a:ext cx="72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M3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70DFB4B-82C9-41F4-B708-330D245A547F}"/>
              </a:ext>
            </a:extLst>
          </p:cNvPr>
          <p:cNvSpPr/>
          <p:nvPr/>
        </p:nvSpPr>
        <p:spPr>
          <a:xfrm>
            <a:off x="4455455" y="2465366"/>
            <a:ext cx="720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M4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D6463DB-E0DE-4EF8-B72B-4EC1A7826D59}"/>
              </a:ext>
            </a:extLst>
          </p:cNvPr>
          <p:cNvSpPr/>
          <p:nvPr/>
        </p:nvSpPr>
        <p:spPr>
          <a:xfrm>
            <a:off x="5535455" y="2465366"/>
            <a:ext cx="540000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M5</a:t>
            </a:r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FAC53BB-E604-4131-9177-831FB0CFFC95}"/>
              </a:ext>
            </a:extLst>
          </p:cNvPr>
          <p:cNvSpPr/>
          <p:nvPr/>
        </p:nvSpPr>
        <p:spPr>
          <a:xfrm>
            <a:off x="5715455" y="1904412"/>
            <a:ext cx="720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AGV</a:t>
            </a:r>
            <a:endParaRPr lang="es-MX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3460017-90D1-4DCE-8A95-A21B5A8614A9}"/>
              </a:ext>
            </a:extLst>
          </p:cNvPr>
          <p:cNvCxnSpPr/>
          <p:nvPr/>
        </p:nvCxnSpPr>
        <p:spPr>
          <a:xfrm>
            <a:off x="4095455" y="2585720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EE561B6-F0F2-46F2-9AE1-7E07E22F5C69}"/>
              </a:ext>
            </a:extLst>
          </p:cNvPr>
          <p:cNvCxnSpPr/>
          <p:nvPr/>
        </p:nvCxnSpPr>
        <p:spPr>
          <a:xfrm>
            <a:off x="5175455" y="2565400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C838AE0-3880-4913-BBAA-0C0EA5C8A936}"/>
              </a:ext>
            </a:extLst>
          </p:cNvPr>
          <p:cNvCxnSpPr/>
          <p:nvPr/>
        </p:nvCxnSpPr>
        <p:spPr>
          <a:xfrm>
            <a:off x="6075455" y="2569166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5FEEC21-0A57-46E3-982F-8841BE934452}"/>
              </a:ext>
            </a:extLst>
          </p:cNvPr>
          <p:cNvCxnSpPr/>
          <p:nvPr/>
        </p:nvCxnSpPr>
        <p:spPr>
          <a:xfrm>
            <a:off x="7532830" y="2565400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527CF8-400C-467E-99AC-F5E975F22C8D}"/>
              </a:ext>
            </a:extLst>
          </p:cNvPr>
          <p:cNvSpPr txBox="1"/>
          <p:nvPr/>
        </p:nvSpPr>
        <p:spPr>
          <a:xfrm>
            <a:off x="4133150" y="2519126"/>
            <a:ext cx="17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</a:t>
            </a:r>
            <a:endParaRPr lang="es-MX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A4D7A8D-1C52-4B44-BD7E-B026CB5860EB}"/>
              </a:ext>
            </a:extLst>
          </p:cNvPr>
          <p:cNvSpPr txBox="1"/>
          <p:nvPr/>
        </p:nvSpPr>
        <p:spPr>
          <a:xfrm>
            <a:off x="5214280" y="2514046"/>
            <a:ext cx="17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</a:t>
            </a:r>
            <a:endParaRPr lang="es-MX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751806F-0FFD-4824-AA35-F03CB73181E5}"/>
              </a:ext>
            </a:extLst>
          </p:cNvPr>
          <p:cNvSpPr txBox="1"/>
          <p:nvPr/>
        </p:nvSpPr>
        <p:spPr>
          <a:xfrm>
            <a:off x="6266230" y="2514046"/>
            <a:ext cx="29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  <a:endParaRPr lang="es-MX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0A13636-8379-48AB-AE91-C95BD3202139}"/>
              </a:ext>
            </a:extLst>
          </p:cNvPr>
          <p:cNvSpPr txBox="1"/>
          <p:nvPr/>
        </p:nvSpPr>
        <p:spPr>
          <a:xfrm>
            <a:off x="7755752" y="2517132"/>
            <a:ext cx="29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  <a:endParaRPr lang="es-MX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84BE5C3-08F6-46AF-93CE-A459A4D7C76E}"/>
              </a:ext>
            </a:extLst>
          </p:cNvPr>
          <p:cNvCxnSpPr>
            <a:stCxn id="13" idx="3"/>
          </p:cNvCxnSpPr>
          <p:nvPr/>
        </p:nvCxnSpPr>
        <p:spPr>
          <a:xfrm>
            <a:off x="6435455" y="2084412"/>
            <a:ext cx="250026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EF2CCA8-69FE-464A-BC23-0B235AD8AB9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3195455" y="2084412"/>
            <a:ext cx="2520000" cy="1380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4612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Panorámica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 Ojeda</dc:creator>
  <cp:lastModifiedBy>Alejandro  Ojeda</cp:lastModifiedBy>
  <cp:revision>1</cp:revision>
  <dcterms:created xsi:type="dcterms:W3CDTF">2022-04-27T02:59:49Z</dcterms:created>
  <dcterms:modified xsi:type="dcterms:W3CDTF">2022-04-27T03:00:02Z</dcterms:modified>
</cp:coreProperties>
</file>